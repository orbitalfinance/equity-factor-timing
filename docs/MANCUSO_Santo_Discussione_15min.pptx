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comments/modernComment_101_C9AE6593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0" r:id="rId2"/>
    <p:sldId id="272" r:id="rId3"/>
    <p:sldId id="257" r:id="rId4"/>
    <p:sldId id="281" r:id="rId5"/>
    <p:sldId id="263" r:id="rId6"/>
    <p:sldId id="274" r:id="rId7"/>
    <p:sldId id="276" r:id="rId8"/>
    <p:sldId id="284" r:id="rId9"/>
    <p:sldId id="264" r:id="rId10"/>
    <p:sldId id="277" r:id="rId11"/>
    <p:sldId id="265" r:id="rId12"/>
    <p:sldId id="279" r:id="rId13"/>
    <p:sldId id="269" r:id="rId14"/>
    <p:sldId id="261" r:id="rId15"/>
    <p:sldId id="280" r:id="rId16"/>
    <p:sldId id="262" r:id="rId17"/>
    <p:sldId id="273" r:id="rId18"/>
    <p:sldId id="282" r:id="rId19"/>
    <p:sldId id="283" r:id="rId20"/>
    <p:sldId id="285" r:id="rId21"/>
    <p:sldId id="278" r:id="rId22"/>
    <p:sldId id="286" r:id="rId23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D13403A-7D04-D466-9B20-3E738763BA1B}" name="Santo Mancuso" initials="SM" userId="S::santo.mancuso@gsom.polimi.it::4c3828e5-f1a1-4786-85a9-c04a7c1c11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8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4AAAB1-6839-4162-B8E2-4977AAFF43D2}" v="905" dt="2024-10-16T16:43:44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 autoAdjust="0"/>
  </p:normalViewPr>
  <p:slideViewPr>
    <p:cSldViewPr snapToGrid="0" snapToObjects="1">
      <p:cViewPr varScale="1">
        <p:scale>
          <a:sx n="65" d="100"/>
          <a:sy n="65" d="100"/>
        </p:scale>
        <p:origin x="150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2648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nevra.angelini@polimi.it" userId="S::urn:spo:guest#ginevra.angelini@polimi.it::" providerId="AD" clId="Web-{0EA162C2-4008-204C-68B5-8C5CA3B3F6FF}"/>
    <pc:docChg chg="modSld">
      <pc:chgData name="ginevra.angelini@polimi.it" userId="S::urn:spo:guest#ginevra.angelini@polimi.it::" providerId="AD" clId="Web-{0EA162C2-4008-204C-68B5-8C5CA3B3F6FF}" dt="2024-10-15T14:47:09.590" v="204" actId="20577"/>
      <pc:docMkLst>
        <pc:docMk/>
      </pc:docMkLst>
      <pc:sldChg chg="addSp modSp">
        <pc:chgData name="ginevra.angelini@polimi.it" userId="S::urn:spo:guest#ginevra.angelini@polimi.it::" providerId="AD" clId="Web-{0EA162C2-4008-204C-68B5-8C5CA3B3F6FF}" dt="2024-10-15T14:40:49.218" v="18" actId="1076"/>
        <pc:sldMkLst>
          <pc:docMk/>
          <pc:sldMk cId="701796352" sldId="264"/>
        </pc:sldMkLst>
        <pc:spChg chg="add mod">
          <ac:chgData name="ginevra.angelini@polimi.it" userId="S::urn:spo:guest#ginevra.angelini@polimi.it::" providerId="AD" clId="Web-{0EA162C2-4008-204C-68B5-8C5CA3B3F6FF}" dt="2024-10-15T14:40:49.218" v="18" actId="1076"/>
          <ac:spMkLst>
            <pc:docMk/>
            <pc:sldMk cId="701796352" sldId="264"/>
            <ac:spMk id="3" creationId="{85BC115D-57B1-D99F-BF4B-EC607B03D798}"/>
          </ac:spMkLst>
        </pc:spChg>
        <pc:spChg chg="mod">
          <ac:chgData name="ginevra.angelini@polimi.it" userId="S::urn:spo:guest#ginevra.angelini@polimi.it::" providerId="AD" clId="Web-{0EA162C2-4008-204C-68B5-8C5CA3B3F6FF}" dt="2024-10-15T14:40:26.061" v="1" actId="20577"/>
          <ac:spMkLst>
            <pc:docMk/>
            <pc:sldMk cId="701796352" sldId="264"/>
            <ac:spMk id="7" creationId="{B95092E1-56CE-0FF9-C72B-67B3A7391118}"/>
          </ac:spMkLst>
        </pc:spChg>
      </pc:sldChg>
      <pc:sldChg chg="addSp modSp">
        <pc:chgData name="ginevra.angelini@polimi.it" userId="S::urn:spo:guest#ginevra.angelini@polimi.it::" providerId="AD" clId="Web-{0EA162C2-4008-204C-68B5-8C5CA3B3F6FF}" dt="2024-10-15T14:43:36.239" v="90" actId="1076"/>
        <pc:sldMkLst>
          <pc:docMk/>
          <pc:sldMk cId="1694109670" sldId="265"/>
        </pc:sldMkLst>
        <pc:spChg chg="add mod">
          <ac:chgData name="ginevra.angelini@polimi.it" userId="S::urn:spo:guest#ginevra.angelini@polimi.it::" providerId="AD" clId="Web-{0EA162C2-4008-204C-68B5-8C5CA3B3F6FF}" dt="2024-10-15T14:43:36.239" v="90" actId="1076"/>
          <ac:spMkLst>
            <pc:docMk/>
            <pc:sldMk cId="1694109670" sldId="265"/>
            <ac:spMk id="3" creationId="{7C1A0A11-F7C9-FC3B-28FD-D3219CAE7AE9}"/>
          </ac:spMkLst>
        </pc:spChg>
      </pc:sldChg>
      <pc:sldChg chg="modSp">
        <pc:chgData name="ginevra.angelini@polimi.it" userId="S::urn:spo:guest#ginevra.angelini@polimi.it::" providerId="AD" clId="Web-{0EA162C2-4008-204C-68B5-8C5CA3B3F6FF}" dt="2024-10-15T14:47:09.590" v="204" actId="20577"/>
        <pc:sldMkLst>
          <pc:docMk/>
          <pc:sldMk cId="847394253" sldId="269"/>
        </pc:sldMkLst>
        <pc:spChg chg="mod">
          <ac:chgData name="ginevra.angelini@polimi.it" userId="S::urn:spo:guest#ginevra.angelini@polimi.it::" providerId="AD" clId="Web-{0EA162C2-4008-204C-68B5-8C5CA3B3F6FF}" dt="2024-10-15T14:47:09.590" v="204" actId="20577"/>
          <ac:spMkLst>
            <pc:docMk/>
            <pc:sldMk cId="847394253" sldId="269"/>
            <ac:spMk id="3" creationId="{5A7D6864-3E68-E20B-4270-A316819EF9AE}"/>
          </ac:spMkLst>
        </pc:spChg>
      </pc:sldChg>
      <pc:sldChg chg="addSp modSp">
        <pc:chgData name="ginevra.angelini@polimi.it" userId="S::urn:spo:guest#ginevra.angelini@polimi.it::" providerId="AD" clId="Web-{0EA162C2-4008-204C-68B5-8C5CA3B3F6FF}" dt="2024-10-15T14:41:50.142" v="21" actId="1076"/>
        <pc:sldMkLst>
          <pc:docMk/>
          <pc:sldMk cId="841306215" sldId="276"/>
        </pc:sldMkLst>
        <pc:spChg chg="add mod">
          <ac:chgData name="ginevra.angelini@polimi.it" userId="S::urn:spo:guest#ginevra.angelini@polimi.it::" providerId="AD" clId="Web-{0EA162C2-4008-204C-68B5-8C5CA3B3F6FF}" dt="2024-10-15T14:41:50.142" v="21" actId="1076"/>
          <ac:spMkLst>
            <pc:docMk/>
            <pc:sldMk cId="841306215" sldId="276"/>
            <ac:spMk id="6" creationId="{3711DBEE-6F6B-0907-BE8F-560176552817}"/>
          </ac:spMkLst>
        </pc:spChg>
        <pc:spChg chg="mod">
          <ac:chgData name="ginevra.angelini@polimi.it" userId="S::urn:spo:guest#ginevra.angelini@polimi.it::" providerId="AD" clId="Web-{0EA162C2-4008-204C-68B5-8C5CA3B3F6FF}" dt="2024-10-15T14:41:37.611" v="19" actId="20577"/>
          <ac:spMkLst>
            <pc:docMk/>
            <pc:sldMk cId="841306215" sldId="276"/>
            <ac:spMk id="8" creationId="{1143D7C3-3AB7-D8B2-E301-8765086FA61C}"/>
          </ac:spMkLst>
        </pc:spChg>
      </pc:sldChg>
      <pc:sldChg chg="addSp modSp">
        <pc:chgData name="ginevra.angelini@polimi.it" userId="S::urn:spo:guest#ginevra.angelini@polimi.it::" providerId="AD" clId="Web-{0EA162C2-4008-204C-68B5-8C5CA3B3F6FF}" dt="2024-10-15T14:45:11.821" v="135" actId="1076"/>
        <pc:sldMkLst>
          <pc:docMk/>
          <pc:sldMk cId="4255230674" sldId="286"/>
        </pc:sldMkLst>
        <pc:spChg chg="add mod">
          <ac:chgData name="ginevra.angelini@polimi.it" userId="S::urn:spo:guest#ginevra.angelini@polimi.it::" providerId="AD" clId="Web-{0EA162C2-4008-204C-68B5-8C5CA3B3F6FF}" dt="2024-10-15T14:45:11.821" v="135" actId="1076"/>
          <ac:spMkLst>
            <pc:docMk/>
            <pc:sldMk cId="4255230674" sldId="286"/>
            <ac:spMk id="3" creationId="{B3CA194D-B1C8-8D64-56E5-4BB10074ACEE}"/>
          </ac:spMkLst>
        </pc:spChg>
      </pc:sldChg>
    </pc:docChg>
  </pc:docChgLst>
  <pc:docChgLst>
    <pc:chgData name="Santo Mancuso" userId="4c3828e5-f1a1-4786-85a9-c04a7c1c1108" providerId="ADAL" clId="{594AAAB1-6839-4162-B8E2-4977AAFF43D2}"/>
    <pc:docChg chg="undo redo custSel addSld delSld modSld sldOrd modMainMaster addSection delSection">
      <pc:chgData name="Santo Mancuso" userId="4c3828e5-f1a1-4786-85a9-c04a7c1c1108" providerId="ADAL" clId="{594AAAB1-6839-4162-B8E2-4977AAFF43D2}" dt="2024-10-16T16:49:19.411" v="10463" actId="20577"/>
      <pc:docMkLst>
        <pc:docMk/>
      </pc:docMkLst>
      <pc:sldChg chg="del">
        <pc:chgData name="Santo Mancuso" userId="4c3828e5-f1a1-4786-85a9-c04a7c1c1108" providerId="ADAL" clId="{594AAAB1-6839-4162-B8E2-4977AAFF43D2}" dt="2024-10-12T13:01:20.598" v="412" actId="2696"/>
        <pc:sldMkLst>
          <pc:docMk/>
          <pc:sldMk cId="498270832" sldId="256"/>
        </pc:sldMkLst>
      </pc:sldChg>
      <pc:sldChg chg="addSp delSp modSp mod ord modTransition chgLayout">
        <pc:chgData name="Santo Mancuso" userId="4c3828e5-f1a1-4786-85a9-c04a7c1c1108" providerId="ADAL" clId="{594AAAB1-6839-4162-B8E2-4977AAFF43D2}" dt="2024-10-15T17:53:35.166" v="10052"/>
        <pc:sldMkLst>
          <pc:docMk/>
          <pc:sldMk cId="3383649683" sldId="257"/>
        </pc:sldMkLst>
        <pc:spChg chg="del">
          <ac:chgData name="Santo Mancuso" userId="4c3828e5-f1a1-4786-85a9-c04a7c1c1108" providerId="ADAL" clId="{594AAAB1-6839-4162-B8E2-4977AAFF43D2}" dt="2024-10-12T12:46:36.050" v="193" actId="6264"/>
          <ac:spMkLst>
            <pc:docMk/>
            <pc:sldMk cId="3383649683" sldId="257"/>
            <ac:spMk id="2" creationId="{00000000-0000-0000-0000-000000000000}"/>
          </ac:spMkLst>
        </pc:spChg>
        <pc:spChg chg="add del mod">
          <ac:chgData name="Santo Mancuso" userId="4c3828e5-f1a1-4786-85a9-c04a7c1c1108" providerId="ADAL" clId="{594AAAB1-6839-4162-B8E2-4977AAFF43D2}" dt="2024-10-12T14:49:09.224" v="933" actId="478"/>
          <ac:spMkLst>
            <pc:docMk/>
            <pc:sldMk cId="3383649683" sldId="257"/>
            <ac:spMk id="2" creationId="{93019022-F66D-F194-F74F-388DADD46317}"/>
          </ac:spMkLst>
        </pc:spChg>
        <pc:spChg chg="del">
          <ac:chgData name="Santo Mancuso" userId="4c3828e5-f1a1-4786-85a9-c04a7c1c1108" providerId="ADAL" clId="{594AAAB1-6839-4162-B8E2-4977AAFF43D2}" dt="2024-10-12T12:46:36.050" v="193" actId="6264"/>
          <ac:spMkLst>
            <pc:docMk/>
            <pc:sldMk cId="3383649683" sldId="257"/>
            <ac:spMk id="3" creationId="{00000000-0000-0000-0000-000000000000}"/>
          </ac:spMkLst>
        </pc:spChg>
        <pc:spChg chg="add del mod">
          <ac:chgData name="Santo Mancuso" userId="4c3828e5-f1a1-4786-85a9-c04a7c1c1108" providerId="ADAL" clId="{594AAAB1-6839-4162-B8E2-4977AAFF43D2}" dt="2024-10-12T15:05:39.053" v="1083" actId="478"/>
          <ac:spMkLst>
            <pc:docMk/>
            <pc:sldMk cId="3383649683" sldId="257"/>
            <ac:spMk id="4" creationId="{52336AC0-098D-BF03-D5DC-807424D9CBDA}"/>
          </ac:spMkLst>
        </pc:spChg>
        <pc:spChg chg="add del mod ord">
          <ac:chgData name="Santo Mancuso" userId="4c3828e5-f1a1-4786-85a9-c04a7c1c1108" providerId="ADAL" clId="{594AAAB1-6839-4162-B8E2-4977AAFF43D2}" dt="2024-10-12T12:49:15.276" v="200" actId="6264"/>
          <ac:spMkLst>
            <pc:docMk/>
            <pc:sldMk cId="3383649683" sldId="257"/>
            <ac:spMk id="4" creationId="{DAF96E15-9632-88ED-CA8E-FE68CED09754}"/>
          </ac:spMkLst>
        </pc:spChg>
        <pc:spChg chg="add del mod">
          <ac:chgData name="Santo Mancuso" userId="4c3828e5-f1a1-4786-85a9-c04a7c1c1108" providerId="ADAL" clId="{594AAAB1-6839-4162-B8E2-4977AAFF43D2}" dt="2024-10-12T14:48:57.876" v="927" actId="478"/>
          <ac:spMkLst>
            <pc:docMk/>
            <pc:sldMk cId="3383649683" sldId="257"/>
            <ac:spMk id="5" creationId="{A20C683F-10AC-B6B8-90A8-0168919C4843}"/>
          </ac:spMkLst>
        </pc:spChg>
        <pc:spChg chg="add del mod ord">
          <ac:chgData name="Santo Mancuso" userId="4c3828e5-f1a1-4786-85a9-c04a7c1c1108" providerId="ADAL" clId="{594AAAB1-6839-4162-B8E2-4977AAFF43D2}" dt="2024-10-12T12:49:15.276" v="200" actId="6264"/>
          <ac:spMkLst>
            <pc:docMk/>
            <pc:sldMk cId="3383649683" sldId="257"/>
            <ac:spMk id="5" creationId="{FF295C90-80CD-AD88-5133-089F1F3F5EA4}"/>
          </ac:spMkLst>
        </pc:spChg>
        <pc:spChg chg="add mod ord">
          <ac:chgData name="Santo Mancuso" userId="4c3828e5-f1a1-4786-85a9-c04a7c1c1108" providerId="ADAL" clId="{594AAAB1-6839-4162-B8E2-4977AAFF43D2}" dt="2024-10-13T09:42:57.844" v="4403" actId="20577"/>
          <ac:spMkLst>
            <pc:docMk/>
            <pc:sldMk cId="3383649683" sldId="257"/>
            <ac:spMk id="6" creationId="{F392D225-5A00-B34E-A4D5-1E0B42D1DAF2}"/>
          </ac:spMkLst>
        </pc:spChg>
        <pc:spChg chg="add del mod ord">
          <ac:chgData name="Santo Mancuso" userId="4c3828e5-f1a1-4786-85a9-c04a7c1c1108" providerId="ADAL" clId="{594AAAB1-6839-4162-B8E2-4977AAFF43D2}" dt="2024-10-12T15:01:11.910" v="1013" actId="6264"/>
          <ac:spMkLst>
            <pc:docMk/>
            <pc:sldMk cId="3383649683" sldId="257"/>
            <ac:spMk id="7" creationId="{3AB5D6C5-B8C7-5EE7-B7C5-4D51C3F1CC50}"/>
          </ac:spMkLst>
        </pc:spChg>
        <pc:spChg chg="add del mod">
          <ac:chgData name="Santo Mancuso" userId="4c3828e5-f1a1-4786-85a9-c04a7c1c1108" providerId="ADAL" clId="{594AAAB1-6839-4162-B8E2-4977AAFF43D2}" dt="2024-10-12T14:49:04.091" v="930" actId="478"/>
          <ac:spMkLst>
            <pc:docMk/>
            <pc:sldMk cId="3383649683" sldId="257"/>
            <ac:spMk id="8" creationId="{78ADB9E1-04BD-4DD3-FA03-B29732720E0A}"/>
          </ac:spMkLst>
        </pc:spChg>
        <pc:spChg chg="add del mod">
          <ac:chgData name="Santo Mancuso" userId="4c3828e5-f1a1-4786-85a9-c04a7c1c1108" providerId="ADAL" clId="{594AAAB1-6839-4162-B8E2-4977AAFF43D2}" dt="2024-10-12T14:49:05.348" v="931" actId="478"/>
          <ac:spMkLst>
            <pc:docMk/>
            <pc:sldMk cId="3383649683" sldId="257"/>
            <ac:spMk id="9" creationId="{1B1DB8DA-E689-C6D6-8B8E-E47B6D9978AC}"/>
          </ac:spMkLst>
        </pc:spChg>
        <pc:spChg chg="add del mod">
          <ac:chgData name="Santo Mancuso" userId="4c3828e5-f1a1-4786-85a9-c04a7c1c1108" providerId="ADAL" clId="{594AAAB1-6839-4162-B8E2-4977AAFF43D2}" dt="2024-10-12T14:49:06.924" v="932" actId="478"/>
          <ac:spMkLst>
            <pc:docMk/>
            <pc:sldMk cId="3383649683" sldId="257"/>
            <ac:spMk id="10" creationId="{708C331F-DBFB-0ED1-FB4E-8779E0AE3FAA}"/>
          </ac:spMkLst>
        </pc:spChg>
        <pc:spChg chg="add del mod">
          <ac:chgData name="Santo Mancuso" userId="4c3828e5-f1a1-4786-85a9-c04a7c1c1108" providerId="ADAL" clId="{594AAAB1-6839-4162-B8E2-4977AAFF43D2}" dt="2024-10-12T15:05:39.053" v="1083" actId="478"/>
          <ac:spMkLst>
            <pc:docMk/>
            <pc:sldMk cId="3383649683" sldId="257"/>
            <ac:spMk id="12" creationId="{18736AB7-80A0-EAFA-C3B6-27FC1CEF1B98}"/>
          </ac:spMkLst>
        </pc:spChg>
        <pc:spChg chg="add del mod">
          <ac:chgData name="Santo Mancuso" userId="4c3828e5-f1a1-4786-85a9-c04a7c1c1108" providerId="ADAL" clId="{594AAAB1-6839-4162-B8E2-4977AAFF43D2}" dt="2024-10-12T15:05:39.053" v="1083" actId="478"/>
          <ac:spMkLst>
            <pc:docMk/>
            <pc:sldMk cId="3383649683" sldId="257"/>
            <ac:spMk id="13" creationId="{2FDF46A8-2714-D97D-F0CA-85D190C85713}"/>
          </ac:spMkLst>
        </pc:spChg>
        <pc:spChg chg="add del mod">
          <ac:chgData name="Santo Mancuso" userId="4c3828e5-f1a1-4786-85a9-c04a7c1c1108" providerId="ADAL" clId="{594AAAB1-6839-4162-B8E2-4977AAFF43D2}" dt="2024-10-12T15:05:39.053" v="1083" actId="478"/>
          <ac:spMkLst>
            <pc:docMk/>
            <pc:sldMk cId="3383649683" sldId="257"/>
            <ac:spMk id="15" creationId="{C0FF97DD-A597-18FD-F941-5A8CC9ED2B64}"/>
          </ac:spMkLst>
        </pc:spChg>
        <pc:spChg chg="add del mod">
          <ac:chgData name="Santo Mancuso" userId="4c3828e5-f1a1-4786-85a9-c04a7c1c1108" providerId="ADAL" clId="{594AAAB1-6839-4162-B8E2-4977AAFF43D2}" dt="2024-10-12T15:05:39.053" v="1083" actId="478"/>
          <ac:spMkLst>
            <pc:docMk/>
            <pc:sldMk cId="3383649683" sldId="257"/>
            <ac:spMk id="16" creationId="{B8D674F6-78A5-A24A-FF7B-793E40C73FF9}"/>
          </ac:spMkLst>
        </pc:spChg>
        <pc:spChg chg="add del mod">
          <ac:chgData name="Santo Mancuso" userId="4c3828e5-f1a1-4786-85a9-c04a7c1c1108" providerId="ADAL" clId="{594AAAB1-6839-4162-B8E2-4977AAFF43D2}" dt="2024-10-12T15:05:39.053" v="1083" actId="478"/>
          <ac:spMkLst>
            <pc:docMk/>
            <pc:sldMk cId="3383649683" sldId="257"/>
            <ac:spMk id="17" creationId="{1CFC5687-42F7-F7D0-B11C-0D97FD8F532A}"/>
          </ac:spMkLst>
        </pc:spChg>
        <pc:spChg chg="add del mod">
          <ac:chgData name="Santo Mancuso" userId="4c3828e5-f1a1-4786-85a9-c04a7c1c1108" providerId="ADAL" clId="{594AAAB1-6839-4162-B8E2-4977AAFF43D2}" dt="2024-10-12T15:01:11.910" v="1013" actId="6264"/>
          <ac:spMkLst>
            <pc:docMk/>
            <pc:sldMk cId="3383649683" sldId="257"/>
            <ac:spMk id="18" creationId="{6067E32D-45B8-5468-AF71-D774CBC2E17B}"/>
          </ac:spMkLst>
        </pc:spChg>
        <pc:spChg chg="add del mod ord">
          <ac:chgData name="Santo Mancuso" userId="4c3828e5-f1a1-4786-85a9-c04a7c1c1108" providerId="ADAL" clId="{594AAAB1-6839-4162-B8E2-4977AAFF43D2}" dt="2024-10-12T15:06:50.312" v="1088" actId="6264"/>
          <ac:spMkLst>
            <pc:docMk/>
            <pc:sldMk cId="3383649683" sldId="257"/>
            <ac:spMk id="19" creationId="{BCB37315-4FA1-E8E5-6284-443688D86076}"/>
          </ac:spMkLst>
        </pc:spChg>
        <pc:spChg chg="add del mod">
          <ac:chgData name="Santo Mancuso" userId="4c3828e5-f1a1-4786-85a9-c04a7c1c1108" providerId="ADAL" clId="{594AAAB1-6839-4162-B8E2-4977AAFF43D2}" dt="2024-10-12T15:02:34.854" v="1027" actId="478"/>
          <ac:spMkLst>
            <pc:docMk/>
            <pc:sldMk cId="3383649683" sldId="257"/>
            <ac:spMk id="20" creationId="{159617BB-EB3F-ACDF-C03B-9B2644588F7D}"/>
          </ac:spMkLst>
        </pc:spChg>
        <pc:spChg chg="add mod ord">
          <ac:chgData name="Santo Mancuso" userId="4c3828e5-f1a1-4786-85a9-c04a7c1c1108" providerId="ADAL" clId="{594AAAB1-6839-4162-B8E2-4977AAFF43D2}" dt="2024-10-12T15:18:58.850" v="1181" actId="6264"/>
          <ac:spMkLst>
            <pc:docMk/>
            <pc:sldMk cId="3383649683" sldId="257"/>
            <ac:spMk id="21" creationId="{9F578DA6-534B-8A1A-9E95-FBE411B103CF}"/>
          </ac:spMkLst>
        </pc:spChg>
        <pc:spChg chg="add del mod">
          <ac:chgData name="Santo Mancuso" userId="4c3828e5-f1a1-4786-85a9-c04a7c1c1108" providerId="ADAL" clId="{594AAAB1-6839-4162-B8E2-4977AAFF43D2}" dt="2024-10-12T15:06:50.312" v="1088" actId="6264"/>
          <ac:spMkLst>
            <pc:docMk/>
            <pc:sldMk cId="3383649683" sldId="257"/>
            <ac:spMk id="22" creationId="{F1D3DF2D-F1D2-B847-7732-C4502705AD3A}"/>
          </ac:spMkLst>
        </pc:spChg>
        <pc:spChg chg="add del mod">
          <ac:chgData name="Santo Mancuso" userId="4c3828e5-f1a1-4786-85a9-c04a7c1c1108" providerId="ADAL" clId="{594AAAB1-6839-4162-B8E2-4977AAFF43D2}" dt="2024-10-12T15:06:50.312" v="1088" actId="6264"/>
          <ac:spMkLst>
            <pc:docMk/>
            <pc:sldMk cId="3383649683" sldId="257"/>
            <ac:spMk id="23" creationId="{DB981415-C932-177C-E38B-67182664E9FF}"/>
          </ac:spMkLst>
        </pc:spChg>
        <pc:spChg chg="add del mod ord">
          <ac:chgData name="Santo Mancuso" userId="4c3828e5-f1a1-4786-85a9-c04a7c1c1108" providerId="ADAL" clId="{594AAAB1-6839-4162-B8E2-4977AAFF43D2}" dt="2024-10-12T15:07:42.794" v="1092" actId="6264"/>
          <ac:spMkLst>
            <pc:docMk/>
            <pc:sldMk cId="3383649683" sldId="257"/>
            <ac:spMk id="24" creationId="{D9534543-C2B6-AD9C-C044-DFE754BE0680}"/>
          </ac:spMkLst>
        </pc:spChg>
        <pc:spChg chg="add del mod">
          <ac:chgData name="Santo Mancuso" userId="4c3828e5-f1a1-4786-85a9-c04a7c1c1108" providerId="ADAL" clId="{594AAAB1-6839-4162-B8E2-4977AAFF43D2}" dt="2024-10-12T15:07:42.794" v="1092" actId="6264"/>
          <ac:spMkLst>
            <pc:docMk/>
            <pc:sldMk cId="3383649683" sldId="257"/>
            <ac:spMk id="25" creationId="{98E2CA8B-8046-B90D-CFE2-4B02FF00CBCE}"/>
          </ac:spMkLst>
        </pc:spChg>
        <pc:spChg chg="add del mod">
          <ac:chgData name="Santo Mancuso" userId="4c3828e5-f1a1-4786-85a9-c04a7c1c1108" providerId="ADAL" clId="{594AAAB1-6839-4162-B8E2-4977AAFF43D2}" dt="2024-10-12T15:07:42.794" v="1092" actId="6264"/>
          <ac:spMkLst>
            <pc:docMk/>
            <pc:sldMk cId="3383649683" sldId="257"/>
            <ac:spMk id="26" creationId="{BF4517DB-823D-9DA7-C955-FE0C41F534D1}"/>
          </ac:spMkLst>
        </pc:spChg>
        <pc:spChg chg="add del mod ord">
          <ac:chgData name="Santo Mancuso" userId="4c3828e5-f1a1-4786-85a9-c04a7c1c1108" providerId="ADAL" clId="{594AAAB1-6839-4162-B8E2-4977AAFF43D2}" dt="2024-10-12T15:08:38.524" v="1111" actId="6264"/>
          <ac:spMkLst>
            <pc:docMk/>
            <pc:sldMk cId="3383649683" sldId="257"/>
            <ac:spMk id="27" creationId="{57923233-E334-B802-7025-0408B48140C5}"/>
          </ac:spMkLst>
        </pc:spChg>
        <pc:spChg chg="add del mod">
          <ac:chgData name="Santo Mancuso" userId="4c3828e5-f1a1-4786-85a9-c04a7c1c1108" providerId="ADAL" clId="{594AAAB1-6839-4162-B8E2-4977AAFF43D2}" dt="2024-10-12T15:08:38.524" v="1111" actId="6264"/>
          <ac:spMkLst>
            <pc:docMk/>
            <pc:sldMk cId="3383649683" sldId="257"/>
            <ac:spMk id="28" creationId="{66691833-938E-D880-EB2E-C2E0377F520D}"/>
          </ac:spMkLst>
        </pc:spChg>
        <pc:spChg chg="add del mod">
          <ac:chgData name="Santo Mancuso" userId="4c3828e5-f1a1-4786-85a9-c04a7c1c1108" providerId="ADAL" clId="{594AAAB1-6839-4162-B8E2-4977AAFF43D2}" dt="2024-10-12T15:08:38.524" v="1111" actId="6264"/>
          <ac:spMkLst>
            <pc:docMk/>
            <pc:sldMk cId="3383649683" sldId="257"/>
            <ac:spMk id="29" creationId="{F83520DA-4C47-310C-DB8D-B206446BD3A1}"/>
          </ac:spMkLst>
        </pc:spChg>
        <pc:spChg chg="add del mod ord">
          <ac:chgData name="Santo Mancuso" userId="4c3828e5-f1a1-4786-85a9-c04a7c1c1108" providerId="ADAL" clId="{594AAAB1-6839-4162-B8E2-4977AAFF43D2}" dt="2024-10-12T15:10:54.506" v="1136" actId="6264"/>
          <ac:spMkLst>
            <pc:docMk/>
            <pc:sldMk cId="3383649683" sldId="257"/>
            <ac:spMk id="30" creationId="{E2ADD1CA-323D-A297-0901-33F6549C376F}"/>
          </ac:spMkLst>
        </pc:spChg>
        <pc:spChg chg="add del mod">
          <ac:chgData name="Santo Mancuso" userId="4c3828e5-f1a1-4786-85a9-c04a7c1c1108" providerId="ADAL" clId="{594AAAB1-6839-4162-B8E2-4977AAFF43D2}" dt="2024-10-12T15:10:54.506" v="1136" actId="6264"/>
          <ac:spMkLst>
            <pc:docMk/>
            <pc:sldMk cId="3383649683" sldId="257"/>
            <ac:spMk id="31" creationId="{8D6F9F70-C8EE-1625-2BFF-506B21D21967}"/>
          </ac:spMkLst>
        </pc:spChg>
        <pc:spChg chg="add del mod">
          <ac:chgData name="Santo Mancuso" userId="4c3828e5-f1a1-4786-85a9-c04a7c1c1108" providerId="ADAL" clId="{594AAAB1-6839-4162-B8E2-4977AAFF43D2}" dt="2024-10-12T15:10:54.506" v="1136" actId="6264"/>
          <ac:spMkLst>
            <pc:docMk/>
            <pc:sldMk cId="3383649683" sldId="257"/>
            <ac:spMk id="32" creationId="{7DE89651-F1DD-47C9-23FD-AF9F475D692C}"/>
          </ac:spMkLst>
        </pc:spChg>
        <pc:spChg chg="add del mod ord">
          <ac:chgData name="Santo Mancuso" userId="4c3828e5-f1a1-4786-85a9-c04a7c1c1108" providerId="ADAL" clId="{594AAAB1-6839-4162-B8E2-4977AAFF43D2}" dt="2024-10-12T15:11:08.267" v="1138" actId="6264"/>
          <ac:spMkLst>
            <pc:docMk/>
            <pc:sldMk cId="3383649683" sldId="257"/>
            <ac:spMk id="33" creationId="{5AAF670E-3B27-2F12-FE0A-F5F864E364C3}"/>
          </ac:spMkLst>
        </pc:spChg>
        <pc:spChg chg="add del mod">
          <ac:chgData name="Santo Mancuso" userId="4c3828e5-f1a1-4786-85a9-c04a7c1c1108" providerId="ADAL" clId="{594AAAB1-6839-4162-B8E2-4977AAFF43D2}" dt="2024-10-12T15:11:08.267" v="1138" actId="6264"/>
          <ac:spMkLst>
            <pc:docMk/>
            <pc:sldMk cId="3383649683" sldId="257"/>
            <ac:spMk id="34" creationId="{8AFD4E3C-F34B-8B08-6159-00D9BF2B7519}"/>
          </ac:spMkLst>
        </pc:spChg>
        <pc:spChg chg="add del mod">
          <ac:chgData name="Santo Mancuso" userId="4c3828e5-f1a1-4786-85a9-c04a7c1c1108" providerId="ADAL" clId="{594AAAB1-6839-4162-B8E2-4977AAFF43D2}" dt="2024-10-12T15:11:08.267" v="1138" actId="6264"/>
          <ac:spMkLst>
            <pc:docMk/>
            <pc:sldMk cId="3383649683" sldId="257"/>
            <ac:spMk id="35" creationId="{524C8AB3-C156-7B7E-5E37-87EE1A626443}"/>
          </ac:spMkLst>
        </pc:spChg>
        <pc:spChg chg="add del mod ord">
          <ac:chgData name="Santo Mancuso" userId="4c3828e5-f1a1-4786-85a9-c04a7c1c1108" providerId="ADAL" clId="{594AAAB1-6839-4162-B8E2-4977AAFF43D2}" dt="2024-10-12T15:11:24.230" v="1141" actId="6264"/>
          <ac:spMkLst>
            <pc:docMk/>
            <pc:sldMk cId="3383649683" sldId="257"/>
            <ac:spMk id="36" creationId="{6437B0F0-181C-8641-EFC9-02F8547BF67C}"/>
          </ac:spMkLst>
        </pc:spChg>
        <pc:spChg chg="add del mod">
          <ac:chgData name="Santo Mancuso" userId="4c3828e5-f1a1-4786-85a9-c04a7c1c1108" providerId="ADAL" clId="{594AAAB1-6839-4162-B8E2-4977AAFF43D2}" dt="2024-10-12T15:11:24.230" v="1141" actId="6264"/>
          <ac:spMkLst>
            <pc:docMk/>
            <pc:sldMk cId="3383649683" sldId="257"/>
            <ac:spMk id="37" creationId="{1C18ED25-A323-E2E8-8684-0121E619E4BA}"/>
          </ac:spMkLst>
        </pc:spChg>
        <pc:spChg chg="add del mod">
          <ac:chgData name="Santo Mancuso" userId="4c3828e5-f1a1-4786-85a9-c04a7c1c1108" providerId="ADAL" clId="{594AAAB1-6839-4162-B8E2-4977AAFF43D2}" dt="2024-10-12T15:11:24.230" v="1141" actId="6264"/>
          <ac:spMkLst>
            <pc:docMk/>
            <pc:sldMk cId="3383649683" sldId="257"/>
            <ac:spMk id="38" creationId="{B1DC4987-CBC2-F2BD-C312-6024B7655F38}"/>
          </ac:spMkLst>
        </pc:spChg>
        <pc:spChg chg="add del mod ord">
          <ac:chgData name="Santo Mancuso" userId="4c3828e5-f1a1-4786-85a9-c04a7c1c1108" providerId="ADAL" clId="{594AAAB1-6839-4162-B8E2-4977AAFF43D2}" dt="2024-10-12T15:15:38.967" v="1157" actId="6264"/>
          <ac:spMkLst>
            <pc:docMk/>
            <pc:sldMk cId="3383649683" sldId="257"/>
            <ac:spMk id="39" creationId="{AC039D82-49E2-1C01-07F6-56C12970E458}"/>
          </ac:spMkLst>
        </pc:spChg>
        <pc:spChg chg="add del mod">
          <ac:chgData name="Santo Mancuso" userId="4c3828e5-f1a1-4786-85a9-c04a7c1c1108" providerId="ADAL" clId="{594AAAB1-6839-4162-B8E2-4977AAFF43D2}" dt="2024-10-12T15:15:38.967" v="1157" actId="6264"/>
          <ac:spMkLst>
            <pc:docMk/>
            <pc:sldMk cId="3383649683" sldId="257"/>
            <ac:spMk id="40" creationId="{D0315DA9-E257-BDD8-E820-64011E96572A}"/>
          </ac:spMkLst>
        </pc:spChg>
        <pc:spChg chg="add del mod">
          <ac:chgData name="Santo Mancuso" userId="4c3828e5-f1a1-4786-85a9-c04a7c1c1108" providerId="ADAL" clId="{594AAAB1-6839-4162-B8E2-4977AAFF43D2}" dt="2024-10-12T15:15:38.967" v="1157" actId="6264"/>
          <ac:spMkLst>
            <pc:docMk/>
            <pc:sldMk cId="3383649683" sldId="257"/>
            <ac:spMk id="41" creationId="{5DE7E1C8-D165-186A-6850-7E970ADD5BB3}"/>
          </ac:spMkLst>
        </pc:spChg>
        <pc:spChg chg="add del mod ord">
          <ac:chgData name="Santo Mancuso" userId="4c3828e5-f1a1-4786-85a9-c04a7c1c1108" providerId="ADAL" clId="{594AAAB1-6839-4162-B8E2-4977AAFF43D2}" dt="2024-10-12T15:15:52.436" v="1159" actId="6264"/>
          <ac:spMkLst>
            <pc:docMk/>
            <pc:sldMk cId="3383649683" sldId="257"/>
            <ac:spMk id="42" creationId="{9A5A7C24-1F67-6306-1EE4-12BF74C73A9C}"/>
          </ac:spMkLst>
        </pc:spChg>
        <pc:spChg chg="add del mod">
          <ac:chgData name="Santo Mancuso" userId="4c3828e5-f1a1-4786-85a9-c04a7c1c1108" providerId="ADAL" clId="{594AAAB1-6839-4162-B8E2-4977AAFF43D2}" dt="2024-10-12T15:15:52.436" v="1159" actId="6264"/>
          <ac:spMkLst>
            <pc:docMk/>
            <pc:sldMk cId="3383649683" sldId="257"/>
            <ac:spMk id="43" creationId="{2AFFB9EB-0C3F-AF37-26F1-D6D6C33DB6C9}"/>
          </ac:spMkLst>
        </pc:spChg>
        <pc:spChg chg="add del mod">
          <ac:chgData name="Santo Mancuso" userId="4c3828e5-f1a1-4786-85a9-c04a7c1c1108" providerId="ADAL" clId="{594AAAB1-6839-4162-B8E2-4977AAFF43D2}" dt="2024-10-12T15:15:52.436" v="1159" actId="6264"/>
          <ac:spMkLst>
            <pc:docMk/>
            <pc:sldMk cId="3383649683" sldId="257"/>
            <ac:spMk id="44" creationId="{6D788CAD-7AF1-A8FF-C66C-B9CB1B3C1C63}"/>
          </ac:spMkLst>
        </pc:spChg>
        <pc:spChg chg="add del mod ord">
          <ac:chgData name="Santo Mancuso" userId="4c3828e5-f1a1-4786-85a9-c04a7c1c1108" providerId="ADAL" clId="{594AAAB1-6839-4162-B8E2-4977AAFF43D2}" dt="2024-10-12T15:18:38.166" v="1178" actId="6264"/>
          <ac:spMkLst>
            <pc:docMk/>
            <pc:sldMk cId="3383649683" sldId="257"/>
            <ac:spMk id="45" creationId="{620F1F23-989E-2669-D4EF-FA9B9199C76F}"/>
          </ac:spMkLst>
        </pc:spChg>
        <pc:spChg chg="add del mod">
          <ac:chgData name="Santo Mancuso" userId="4c3828e5-f1a1-4786-85a9-c04a7c1c1108" providerId="ADAL" clId="{594AAAB1-6839-4162-B8E2-4977AAFF43D2}" dt="2024-10-12T15:18:38.166" v="1178" actId="6264"/>
          <ac:spMkLst>
            <pc:docMk/>
            <pc:sldMk cId="3383649683" sldId="257"/>
            <ac:spMk id="46" creationId="{F54BF1CD-9071-7C27-7B97-F811A880D4A3}"/>
          </ac:spMkLst>
        </pc:spChg>
        <pc:spChg chg="add del mod">
          <ac:chgData name="Santo Mancuso" userId="4c3828e5-f1a1-4786-85a9-c04a7c1c1108" providerId="ADAL" clId="{594AAAB1-6839-4162-B8E2-4977AAFF43D2}" dt="2024-10-12T15:18:38.166" v="1178" actId="6264"/>
          <ac:spMkLst>
            <pc:docMk/>
            <pc:sldMk cId="3383649683" sldId="257"/>
            <ac:spMk id="47" creationId="{0028F5CA-389F-7E74-F8DF-ABA8C2F135AF}"/>
          </ac:spMkLst>
        </pc:spChg>
        <pc:spChg chg="add del mod ord">
          <ac:chgData name="Santo Mancuso" userId="4c3828e5-f1a1-4786-85a9-c04a7c1c1108" providerId="ADAL" clId="{594AAAB1-6839-4162-B8E2-4977AAFF43D2}" dt="2024-10-12T15:18:58.850" v="1181" actId="6264"/>
          <ac:spMkLst>
            <pc:docMk/>
            <pc:sldMk cId="3383649683" sldId="257"/>
            <ac:spMk id="48" creationId="{3E6CE85A-2912-6177-56D7-08B4459BDC1D}"/>
          </ac:spMkLst>
        </pc:spChg>
        <pc:spChg chg="add del mod">
          <ac:chgData name="Santo Mancuso" userId="4c3828e5-f1a1-4786-85a9-c04a7c1c1108" providerId="ADAL" clId="{594AAAB1-6839-4162-B8E2-4977AAFF43D2}" dt="2024-10-12T15:18:58.850" v="1181" actId="6264"/>
          <ac:spMkLst>
            <pc:docMk/>
            <pc:sldMk cId="3383649683" sldId="257"/>
            <ac:spMk id="49" creationId="{4D2F790E-FDD4-DEC9-8F59-E2EDCDD2B803}"/>
          </ac:spMkLst>
        </pc:spChg>
        <pc:spChg chg="add del mod">
          <ac:chgData name="Santo Mancuso" userId="4c3828e5-f1a1-4786-85a9-c04a7c1c1108" providerId="ADAL" clId="{594AAAB1-6839-4162-B8E2-4977AAFF43D2}" dt="2024-10-12T15:18:58.850" v="1181" actId="6264"/>
          <ac:spMkLst>
            <pc:docMk/>
            <pc:sldMk cId="3383649683" sldId="257"/>
            <ac:spMk id="50" creationId="{200DDA5B-1D67-402A-CB42-33C34C6FCF0B}"/>
          </ac:spMkLst>
        </pc:spChg>
        <pc:spChg chg="add del mod ord">
          <ac:chgData name="Santo Mancuso" userId="4c3828e5-f1a1-4786-85a9-c04a7c1c1108" providerId="ADAL" clId="{594AAAB1-6839-4162-B8E2-4977AAFF43D2}" dt="2024-10-12T15:34:31.662" v="1294"/>
          <ac:spMkLst>
            <pc:docMk/>
            <pc:sldMk cId="3383649683" sldId="257"/>
            <ac:spMk id="51" creationId="{6639DFB8-6A02-AB03-3F14-4F6CB2DD2BE9}"/>
          </ac:spMkLst>
        </pc:spChg>
        <pc:spChg chg="add del mod">
          <ac:chgData name="Santo Mancuso" userId="4c3828e5-f1a1-4786-85a9-c04a7c1c1108" providerId="ADAL" clId="{594AAAB1-6839-4162-B8E2-4977AAFF43D2}" dt="2024-10-12T15:41:50.024" v="1299"/>
          <ac:spMkLst>
            <pc:docMk/>
            <pc:sldMk cId="3383649683" sldId="257"/>
            <ac:spMk id="52" creationId="{06852621-E635-B783-0792-5064F7F7CC84}"/>
          </ac:spMkLst>
        </pc:spChg>
        <pc:spChg chg="add mod">
          <ac:chgData name="Santo Mancuso" userId="4c3828e5-f1a1-4786-85a9-c04a7c1c1108" providerId="ADAL" clId="{594AAAB1-6839-4162-B8E2-4977AAFF43D2}" dt="2024-10-15T16:53:08.850" v="9995" actId="20577"/>
          <ac:spMkLst>
            <pc:docMk/>
            <pc:sldMk cId="3383649683" sldId="257"/>
            <ac:spMk id="53" creationId="{9459548B-D9FF-AA7B-23AF-C2F8BDC0CF4C}"/>
          </ac:spMkLst>
        </pc:spChg>
        <pc:cxnChg chg="add del mod">
          <ac:chgData name="Santo Mancuso" userId="4c3828e5-f1a1-4786-85a9-c04a7c1c1108" providerId="ADAL" clId="{594AAAB1-6839-4162-B8E2-4977AAFF43D2}" dt="2024-10-12T15:05:39.053" v="1083" actId="478"/>
          <ac:cxnSpMkLst>
            <pc:docMk/>
            <pc:sldMk cId="3383649683" sldId="257"/>
            <ac:cxnSpMk id="3" creationId="{71B9146E-8FCD-111E-4203-7EF596FAFBE3}"/>
          </ac:cxnSpMkLst>
        </pc:cxnChg>
        <pc:cxnChg chg="add del mod">
          <ac:chgData name="Santo Mancuso" userId="4c3828e5-f1a1-4786-85a9-c04a7c1c1108" providerId="ADAL" clId="{594AAAB1-6839-4162-B8E2-4977AAFF43D2}" dt="2024-10-12T15:05:39.053" v="1083" actId="478"/>
          <ac:cxnSpMkLst>
            <pc:docMk/>
            <pc:sldMk cId="3383649683" sldId="257"/>
            <ac:cxnSpMk id="11" creationId="{B27DDB89-504D-E792-2C67-9EF325155B5B}"/>
          </ac:cxnSpMkLst>
        </pc:cxnChg>
        <pc:cxnChg chg="add del mod">
          <ac:chgData name="Santo Mancuso" userId="4c3828e5-f1a1-4786-85a9-c04a7c1c1108" providerId="ADAL" clId="{594AAAB1-6839-4162-B8E2-4977AAFF43D2}" dt="2024-10-12T15:05:39.053" v="1083" actId="478"/>
          <ac:cxnSpMkLst>
            <pc:docMk/>
            <pc:sldMk cId="3383649683" sldId="257"/>
            <ac:cxnSpMk id="14" creationId="{151CB0A1-6815-5B20-4CD5-7B3DEB0F3C48}"/>
          </ac:cxnSpMkLst>
        </pc:cxnChg>
      </pc:sldChg>
      <pc:sldChg chg="addSp delSp modSp mod modTransition setBg">
        <pc:chgData name="Santo Mancuso" userId="4c3828e5-f1a1-4786-85a9-c04a7c1c1108" providerId="ADAL" clId="{594AAAB1-6839-4162-B8E2-4977AAFF43D2}" dt="2024-10-12T21:37:13.363" v="3149"/>
        <pc:sldMkLst>
          <pc:docMk/>
          <pc:sldMk cId="1659495821" sldId="260"/>
        </pc:sldMkLst>
        <pc:spChg chg="mod">
          <ac:chgData name="Santo Mancuso" userId="4c3828e5-f1a1-4786-85a9-c04a7c1c1108" providerId="ADAL" clId="{594AAAB1-6839-4162-B8E2-4977AAFF43D2}" dt="2024-10-12T13:36:04.443" v="558"/>
          <ac:spMkLst>
            <pc:docMk/>
            <pc:sldMk cId="1659495821" sldId="260"/>
            <ac:spMk id="5" creationId="{00000000-0000-0000-0000-000000000000}"/>
          </ac:spMkLst>
        </pc:spChg>
        <pc:spChg chg="mod">
          <ac:chgData name="Santo Mancuso" userId="4c3828e5-f1a1-4786-85a9-c04a7c1c1108" providerId="ADAL" clId="{594AAAB1-6839-4162-B8E2-4977AAFF43D2}" dt="2024-10-12T12:45:08.257" v="191" actId="1076"/>
          <ac:spMkLst>
            <pc:docMk/>
            <pc:sldMk cId="1659495821" sldId="260"/>
            <ac:spMk id="7" creationId="{00000000-0000-0000-0000-000000000000}"/>
          </ac:spMkLst>
        </pc:spChg>
        <pc:spChg chg="mod">
          <ac:chgData name="Santo Mancuso" userId="4c3828e5-f1a1-4786-85a9-c04a7c1c1108" providerId="ADAL" clId="{594AAAB1-6839-4162-B8E2-4977AAFF43D2}" dt="2024-10-12T13:36:04.443" v="558"/>
          <ac:spMkLst>
            <pc:docMk/>
            <pc:sldMk cId="1659495821" sldId="260"/>
            <ac:spMk id="11" creationId="{00000000-0000-0000-0000-000000000000}"/>
          </ac:spMkLst>
        </pc:spChg>
        <pc:spChg chg="mod">
          <ac:chgData name="Santo Mancuso" userId="4c3828e5-f1a1-4786-85a9-c04a7c1c1108" providerId="ADAL" clId="{594AAAB1-6839-4162-B8E2-4977AAFF43D2}" dt="2024-10-12T15:23:29.573" v="1235" actId="14100"/>
          <ac:spMkLst>
            <pc:docMk/>
            <pc:sldMk cId="1659495821" sldId="260"/>
            <ac:spMk id="130" creationId="{00000000-0000-0000-0000-000000000000}"/>
          </ac:spMkLst>
        </pc:spChg>
        <pc:spChg chg="mod">
          <ac:chgData name="Santo Mancuso" userId="4c3828e5-f1a1-4786-85a9-c04a7c1c1108" providerId="ADAL" clId="{594AAAB1-6839-4162-B8E2-4977AAFF43D2}" dt="2024-10-12T14:07:13.298" v="808" actId="2711"/>
          <ac:spMkLst>
            <pc:docMk/>
            <pc:sldMk cId="1659495821" sldId="260"/>
            <ac:spMk id="131" creationId="{00000000-0000-0000-0000-000000000000}"/>
          </ac:spMkLst>
        </pc:spChg>
        <pc:spChg chg="add mod">
          <ac:chgData name="Santo Mancuso" userId="4c3828e5-f1a1-4786-85a9-c04a7c1c1108" providerId="ADAL" clId="{594AAAB1-6839-4162-B8E2-4977AAFF43D2}" dt="2024-10-12T20:49:00.864" v="2689" actId="1076"/>
          <ac:spMkLst>
            <pc:docMk/>
            <pc:sldMk cId="1659495821" sldId="260"/>
            <ac:spMk id="140" creationId="{B3EA2F21-221D-71EF-179F-D7C7D2EC3DA2}"/>
          </ac:spMkLst>
        </pc:spChg>
        <pc:grpChg chg="mod">
          <ac:chgData name="Santo Mancuso" userId="4c3828e5-f1a1-4786-85a9-c04a7c1c1108" providerId="ADAL" clId="{594AAAB1-6839-4162-B8E2-4977AAFF43D2}" dt="2024-10-12T12:34:33.770" v="132" actId="1076"/>
          <ac:grpSpMkLst>
            <pc:docMk/>
            <pc:sldMk cId="1659495821" sldId="260"/>
            <ac:grpSpMk id="8" creationId="{00000000-0000-0000-0000-000000000000}"/>
          </ac:grpSpMkLst>
        </pc:grpChg>
        <pc:picChg chg="add del mod">
          <ac:chgData name="Santo Mancuso" userId="4c3828e5-f1a1-4786-85a9-c04a7c1c1108" providerId="ADAL" clId="{594AAAB1-6839-4162-B8E2-4977AAFF43D2}" dt="2024-10-12T12:29:13.309" v="7" actId="478"/>
          <ac:picMkLst>
            <pc:docMk/>
            <pc:sldMk cId="1659495821" sldId="260"/>
            <ac:picMk id="6" creationId="{6E5E2D56-FBD6-BD1B-E17D-C9B453234FA9}"/>
          </ac:picMkLst>
        </pc:picChg>
        <pc:picChg chg="add del mod">
          <ac:chgData name="Santo Mancuso" userId="4c3828e5-f1a1-4786-85a9-c04a7c1c1108" providerId="ADAL" clId="{594AAAB1-6839-4162-B8E2-4977AAFF43D2}" dt="2024-10-12T12:29:18.413" v="10" actId="478"/>
          <ac:picMkLst>
            <pc:docMk/>
            <pc:sldMk cId="1659495821" sldId="260"/>
            <ac:picMk id="133" creationId="{B1DE4A6E-B2BA-2142-7A82-E38B1B5BC8AA}"/>
          </ac:picMkLst>
        </pc:picChg>
        <pc:picChg chg="add del mod">
          <ac:chgData name="Santo Mancuso" userId="4c3828e5-f1a1-4786-85a9-c04a7c1c1108" providerId="ADAL" clId="{594AAAB1-6839-4162-B8E2-4977AAFF43D2}" dt="2024-10-12T13:01:05.508" v="411" actId="1076"/>
          <ac:picMkLst>
            <pc:docMk/>
            <pc:sldMk cId="1659495821" sldId="260"/>
            <ac:picMk id="135" creationId="{7D440E12-05A2-0DA3-0360-9834FF09F35E}"/>
          </ac:picMkLst>
        </pc:picChg>
        <pc:picChg chg="add mod">
          <ac:chgData name="Santo Mancuso" userId="4c3828e5-f1a1-4786-85a9-c04a7c1c1108" providerId="ADAL" clId="{594AAAB1-6839-4162-B8E2-4977AAFF43D2}" dt="2024-10-12T12:29:47.678" v="27"/>
          <ac:picMkLst>
            <pc:docMk/>
            <pc:sldMk cId="1659495821" sldId="260"/>
            <ac:picMk id="137" creationId="{F4E60225-C673-4074-875B-221CC9279FF2}"/>
          </ac:picMkLst>
        </pc:picChg>
        <pc:picChg chg="add mod">
          <ac:chgData name="Santo Mancuso" userId="4c3828e5-f1a1-4786-85a9-c04a7c1c1108" providerId="ADAL" clId="{594AAAB1-6839-4162-B8E2-4977AAFF43D2}" dt="2024-10-12T12:34:11.657" v="128" actId="167"/>
          <ac:picMkLst>
            <pc:docMk/>
            <pc:sldMk cId="1659495821" sldId="260"/>
            <ac:picMk id="138" creationId="{86DA9326-794A-BC84-6801-B3ED221E4333}"/>
          </ac:picMkLst>
        </pc:picChg>
        <pc:picChg chg="add mod">
          <ac:chgData name="Santo Mancuso" userId="4c3828e5-f1a1-4786-85a9-c04a7c1c1108" providerId="ADAL" clId="{594AAAB1-6839-4162-B8E2-4977AAFF43D2}" dt="2024-10-12T12:34:28.226" v="131" actId="1076"/>
          <ac:picMkLst>
            <pc:docMk/>
            <pc:sldMk cId="1659495821" sldId="260"/>
            <ac:picMk id="139" creationId="{F0F1C59D-3158-D9D3-39DA-46C877356BEA}"/>
          </ac:picMkLst>
        </pc:picChg>
      </pc:sldChg>
      <pc:sldChg chg="new del">
        <pc:chgData name="Santo Mancuso" userId="4c3828e5-f1a1-4786-85a9-c04a7c1c1108" providerId="ADAL" clId="{594AAAB1-6839-4162-B8E2-4977AAFF43D2}" dt="2024-10-12T12:50:07.407" v="206" actId="680"/>
        <pc:sldMkLst>
          <pc:docMk/>
          <pc:sldMk cId="723517403" sldId="261"/>
        </pc:sldMkLst>
      </pc:sldChg>
      <pc:sldChg chg="addSp delSp modSp new mod modTransition chgLayout">
        <pc:chgData name="Santo Mancuso" userId="4c3828e5-f1a1-4786-85a9-c04a7c1c1108" providerId="ADAL" clId="{594AAAB1-6839-4162-B8E2-4977AAFF43D2}" dt="2024-10-12T21:42:15.711" v="3156"/>
        <pc:sldMkLst>
          <pc:docMk/>
          <pc:sldMk cId="1210990454" sldId="261"/>
        </pc:sldMkLst>
        <pc:spChg chg="add del mod">
          <ac:chgData name="Santo Mancuso" userId="4c3828e5-f1a1-4786-85a9-c04a7c1c1108" providerId="ADAL" clId="{594AAAB1-6839-4162-B8E2-4977AAFF43D2}" dt="2024-10-12T13:56:02.349" v="690" actId="478"/>
          <ac:spMkLst>
            <pc:docMk/>
            <pc:sldMk cId="1210990454" sldId="261"/>
            <ac:spMk id="8" creationId="{5313C174-CAB2-0043-7DDE-5E0C94F94814}"/>
          </ac:spMkLst>
        </pc:spChg>
        <pc:spChg chg="add del mod ord">
          <ac:chgData name="Santo Mancuso" userId="4c3828e5-f1a1-4786-85a9-c04a7c1c1108" providerId="ADAL" clId="{594AAAB1-6839-4162-B8E2-4977AAFF43D2}" dt="2024-10-12T13:42:25.012" v="619" actId="478"/>
          <ac:spMkLst>
            <pc:docMk/>
            <pc:sldMk cId="1210990454" sldId="261"/>
            <ac:spMk id="9" creationId="{09CF95BA-2BE3-EC5B-EA72-486E8A4A7578}"/>
          </ac:spMkLst>
        </pc:spChg>
        <pc:spChg chg="add del mod ord">
          <ac:chgData name="Santo Mancuso" userId="4c3828e5-f1a1-4786-85a9-c04a7c1c1108" providerId="ADAL" clId="{594AAAB1-6839-4162-B8E2-4977AAFF43D2}" dt="2024-10-12T14:13:09.219" v="831" actId="478"/>
          <ac:spMkLst>
            <pc:docMk/>
            <pc:sldMk cId="1210990454" sldId="261"/>
            <ac:spMk id="10" creationId="{BFFA22E4-0C3E-2350-6409-F57946D8BEFF}"/>
          </ac:spMkLst>
        </pc:spChg>
        <pc:spChg chg="add del mod">
          <ac:chgData name="Santo Mancuso" userId="4c3828e5-f1a1-4786-85a9-c04a7c1c1108" providerId="ADAL" clId="{594AAAB1-6839-4162-B8E2-4977AAFF43D2}" dt="2024-10-12T13:49:45.523" v="644" actId="478"/>
          <ac:spMkLst>
            <pc:docMk/>
            <pc:sldMk cId="1210990454" sldId="261"/>
            <ac:spMk id="11" creationId="{7BA26901-693D-518B-802B-0DE002F11AA8}"/>
          </ac:spMkLst>
        </pc:spChg>
        <pc:spChg chg="add del mod">
          <ac:chgData name="Santo Mancuso" userId="4c3828e5-f1a1-4786-85a9-c04a7c1c1108" providerId="ADAL" clId="{594AAAB1-6839-4162-B8E2-4977AAFF43D2}" dt="2024-10-12T13:50:20.634" v="650" actId="478"/>
          <ac:spMkLst>
            <pc:docMk/>
            <pc:sldMk cId="1210990454" sldId="261"/>
            <ac:spMk id="12" creationId="{F79CFB13-6442-0133-DB4D-E04A6E9D168A}"/>
          </ac:spMkLst>
        </pc:spChg>
        <pc:spChg chg="add del mod">
          <ac:chgData name="Santo Mancuso" userId="4c3828e5-f1a1-4786-85a9-c04a7c1c1108" providerId="ADAL" clId="{594AAAB1-6839-4162-B8E2-4977AAFF43D2}" dt="2024-10-12T13:50:15.232" v="647" actId="478"/>
          <ac:spMkLst>
            <pc:docMk/>
            <pc:sldMk cId="1210990454" sldId="261"/>
            <ac:spMk id="13" creationId="{CB2E8438-4F53-9A34-9222-F882C50C03D3}"/>
          </ac:spMkLst>
        </pc:spChg>
        <pc:spChg chg="add mod">
          <ac:chgData name="Santo Mancuso" userId="4c3828e5-f1a1-4786-85a9-c04a7c1c1108" providerId="ADAL" clId="{594AAAB1-6839-4162-B8E2-4977AAFF43D2}" dt="2024-10-12T14:32:12.887" v="874" actId="1076"/>
          <ac:spMkLst>
            <pc:docMk/>
            <pc:sldMk cId="1210990454" sldId="261"/>
            <ac:spMk id="390" creationId="{CC5FFE4A-7C41-501B-499C-C0C1B9C8B6ED}"/>
          </ac:spMkLst>
        </pc:spChg>
        <pc:spChg chg="add del mod ord">
          <ac:chgData name="Santo Mancuso" userId="4c3828e5-f1a1-4786-85a9-c04a7c1c1108" providerId="ADAL" clId="{594AAAB1-6839-4162-B8E2-4977AAFF43D2}" dt="2024-10-12T14:13:10.779" v="832" actId="478"/>
          <ac:spMkLst>
            <pc:docMk/>
            <pc:sldMk cId="1210990454" sldId="261"/>
            <ac:spMk id="391" creationId="{A56225A8-7491-B3A4-C910-9EBDC0DFF0FF}"/>
          </ac:spMkLst>
        </pc:spChg>
        <pc:spChg chg="add del mod">
          <ac:chgData name="Santo Mancuso" userId="4c3828e5-f1a1-4786-85a9-c04a7c1c1108" providerId="ADAL" clId="{594AAAB1-6839-4162-B8E2-4977AAFF43D2}" dt="2024-10-12T14:14:40.318" v="843" actId="478"/>
          <ac:spMkLst>
            <pc:docMk/>
            <pc:sldMk cId="1210990454" sldId="261"/>
            <ac:spMk id="396" creationId="{6953584C-AA50-B799-9BC3-9B14FC238795}"/>
          </ac:spMkLst>
        </pc:spChg>
        <pc:spChg chg="add mod">
          <ac:chgData name="Santo Mancuso" userId="4c3828e5-f1a1-4786-85a9-c04a7c1c1108" providerId="ADAL" clId="{594AAAB1-6839-4162-B8E2-4977AAFF43D2}" dt="2024-10-12T14:30:30.862" v="861"/>
          <ac:spMkLst>
            <pc:docMk/>
            <pc:sldMk cId="1210990454" sldId="261"/>
            <ac:spMk id="402" creationId="{B468DBAA-16CE-D4F7-41DF-5E295E3EF9C8}"/>
          </ac:spMkLst>
        </pc:spChg>
        <pc:spChg chg="add del mod ord">
          <ac:chgData name="Santo Mancuso" userId="4c3828e5-f1a1-4786-85a9-c04a7c1c1108" providerId="ADAL" clId="{594AAAB1-6839-4162-B8E2-4977AAFF43D2}" dt="2024-10-12T14:32:07.504" v="873" actId="478"/>
          <ac:spMkLst>
            <pc:docMk/>
            <pc:sldMk cId="1210990454" sldId="261"/>
            <ac:spMk id="404" creationId="{12943EB4-4B0C-C398-B205-A25AD695A1B8}"/>
          </ac:spMkLst>
        </pc:spChg>
        <pc:spChg chg="add mod ord">
          <ac:chgData name="Santo Mancuso" userId="4c3828e5-f1a1-4786-85a9-c04a7c1c1108" providerId="ADAL" clId="{594AAAB1-6839-4162-B8E2-4977AAFF43D2}" dt="2024-10-12T14:58:23.919" v="998" actId="1076"/>
          <ac:spMkLst>
            <pc:docMk/>
            <pc:sldMk cId="1210990454" sldId="261"/>
            <ac:spMk id="405" creationId="{FA72B252-4BC7-1F6D-F7D2-970EB49280DF}"/>
          </ac:spMkLst>
        </pc:spChg>
        <pc:spChg chg="del mod">
          <ac:chgData name="Santo Mancuso" userId="4c3828e5-f1a1-4786-85a9-c04a7c1c1108" providerId="ADAL" clId="{594AAAB1-6839-4162-B8E2-4977AAFF43D2}" dt="2024-10-12T14:56:53.197" v="995" actId="478"/>
          <ac:spMkLst>
            <pc:docMk/>
            <pc:sldMk cId="1210990454" sldId="261"/>
            <ac:spMk id="407" creationId="{E73743DD-21CE-6089-4066-C159DF7D20CE}"/>
          </ac:spMkLst>
        </pc:spChg>
        <pc:spChg chg="mod ord">
          <ac:chgData name="Santo Mancuso" userId="4c3828e5-f1a1-4786-85a9-c04a7c1c1108" providerId="ADAL" clId="{594AAAB1-6839-4162-B8E2-4977AAFF43D2}" dt="2024-10-12T15:25:11.321" v="1242" actId="1076"/>
          <ac:spMkLst>
            <pc:docMk/>
            <pc:sldMk cId="1210990454" sldId="261"/>
            <ac:spMk id="408" creationId="{25CC3F67-60E6-7096-D5B5-5BA12E05244B}"/>
          </ac:spMkLst>
        </pc:spChg>
        <pc:spChg chg="add del mod">
          <ac:chgData name="Santo Mancuso" userId="4c3828e5-f1a1-4786-85a9-c04a7c1c1108" providerId="ADAL" clId="{594AAAB1-6839-4162-B8E2-4977AAFF43D2}" dt="2024-10-12T15:01:24.721" v="1015" actId="6264"/>
          <ac:spMkLst>
            <pc:docMk/>
            <pc:sldMk cId="1210990454" sldId="261"/>
            <ac:spMk id="409" creationId="{331F57A0-5A59-3A6F-FEE1-3BEE0A310FC5}"/>
          </ac:spMkLst>
        </pc:spChg>
        <pc:grpChg chg="add del mod">
          <ac:chgData name="Santo Mancuso" userId="4c3828e5-f1a1-4786-85a9-c04a7c1c1108" providerId="ADAL" clId="{594AAAB1-6839-4162-B8E2-4977AAFF43D2}" dt="2024-10-12T13:55:49.777" v="685" actId="478"/>
          <ac:grpSpMkLst>
            <pc:docMk/>
            <pc:sldMk cId="1210990454" sldId="261"/>
            <ac:grpSpMk id="14" creationId="{51BBB81A-B6FF-C666-135A-B24D4CE9BF81}"/>
          </ac:grpSpMkLst>
        </pc:grpChg>
        <pc:grpChg chg="add mod">
          <ac:chgData name="Santo Mancuso" userId="4c3828e5-f1a1-4786-85a9-c04a7c1c1108" providerId="ADAL" clId="{594AAAB1-6839-4162-B8E2-4977AAFF43D2}" dt="2024-10-12T13:50:56.956" v="660" actId="1076"/>
          <ac:grpSpMkLst>
            <pc:docMk/>
            <pc:sldMk cId="1210990454" sldId="261"/>
            <ac:grpSpMk id="135" creationId="{07980278-3386-8B52-03F2-F79F7BB406A2}"/>
          </ac:grpSpMkLst>
        </pc:grpChg>
        <pc:grpChg chg="add del mod">
          <ac:chgData name="Santo Mancuso" userId="4c3828e5-f1a1-4786-85a9-c04a7c1c1108" providerId="ADAL" clId="{594AAAB1-6839-4162-B8E2-4977AAFF43D2}" dt="2024-10-12T13:53:10.758" v="665" actId="478"/>
          <ac:grpSpMkLst>
            <pc:docMk/>
            <pc:sldMk cId="1210990454" sldId="261"/>
            <ac:grpSpMk id="256" creationId="{E6B8A822-47CB-1ED4-A5A5-F3EEA7C73357}"/>
          </ac:grpSpMkLst>
        </pc:grpChg>
        <pc:picChg chg="add del mod">
          <ac:chgData name="Santo Mancuso" userId="4c3828e5-f1a1-4786-85a9-c04a7c1c1108" providerId="ADAL" clId="{594AAAB1-6839-4162-B8E2-4977AAFF43D2}" dt="2024-10-12T13:47:25.295" v="628" actId="478"/>
          <ac:picMkLst>
            <pc:docMk/>
            <pc:sldMk cId="1210990454" sldId="261"/>
            <ac:picMk id="3" creationId="{300BFC59-484C-04D5-FC9A-5E5576C9BC73}"/>
          </ac:picMkLst>
        </pc:picChg>
        <pc:picChg chg="add del mod">
          <ac:chgData name="Santo Mancuso" userId="4c3828e5-f1a1-4786-85a9-c04a7c1c1108" providerId="ADAL" clId="{594AAAB1-6839-4162-B8E2-4977AAFF43D2}" dt="2024-10-12T13:47:26.525" v="629" actId="478"/>
          <ac:picMkLst>
            <pc:docMk/>
            <pc:sldMk cId="1210990454" sldId="261"/>
            <ac:picMk id="5" creationId="{27781422-E1CB-1E09-0F7C-D6CB1151F66D}"/>
          </ac:picMkLst>
        </pc:picChg>
        <pc:picChg chg="add del mod">
          <ac:chgData name="Santo Mancuso" userId="4c3828e5-f1a1-4786-85a9-c04a7c1c1108" providerId="ADAL" clId="{594AAAB1-6839-4162-B8E2-4977AAFF43D2}" dt="2024-10-12T13:47:31.602" v="631" actId="478"/>
          <ac:picMkLst>
            <pc:docMk/>
            <pc:sldMk cId="1210990454" sldId="261"/>
            <ac:picMk id="6" creationId="{E0B92961-D5DF-2213-84EC-0DBFF4B2FB54}"/>
          </ac:picMkLst>
        </pc:picChg>
        <pc:picChg chg="add del mod">
          <ac:chgData name="Santo Mancuso" userId="4c3828e5-f1a1-4786-85a9-c04a7c1c1108" providerId="ADAL" clId="{594AAAB1-6839-4162-B8E2-4977AAFF43D2}" dt="2024-10-12T13:47:28.569" v="630" actId="478"/>
          <ac:picMkLst>
            <pc:docMk/>
            <pc:sldMk cId="1210990454" sldId="261"/>
            <ac:picMk id="7" creationId="{9A6BA2A1-C850-BF60-BCFB-AD83B0C7D957}"/>
          </ac:picMkLst>
        </pc:picChg>
        <pc:picChg chg="add mod ord">
          <ac:chgData name="Santo Mancuso" userId="4c3828e5-f1a1-4786-85a9-c04a7c1c1108" providerId="ADAL" clId="{594AAAB1-6839-4162-B8E2-4977AAFF43D2}" dt="2024-10-12T13:53:46.345" v="684" actId="1076"/>
          <ac:picMkLst>
            <pc:docMk/>
            <pc:sldMk cId="1210990454" sldId="261"/>
            <ac:picMk id="378" creationId="{B7362918-119D-D0D2-D5F0-EEDA8D7A019F}"/>
          </ac:picMkLst>
        </pc:picChg>
        <pc:picChg chg="add del mod">
          <ac:chgData name="Santo Mancuso" userId="4c3828e5-f1a1-4786-85a9-c04a7c1c1108" providerId="ADAL" clId="{594AAAB1-6839-4162-B8E2-4977AAFF43D2}" dt="2024-10-12T14:30:50.520" v="865" actId="478"/>
          <ac:picMkLst>
            <pc:docMk/>
            <pc:sldMk cId="1210990454" sldId="261"/>
            <ac:picMk id="382" creationId="{73899632-D032-B4EE-0CBA-F47A08944C0A}"/>
          </ac:picMkLst>
        </pc:picChg>
        <pc:picChg chg="add del mod">
          <ac:chgData name="Santo Mancuso" userId="4c3828e5-f1a1-4786-85a9-c04a7c1c1108" providerId="ADAL" clId="{594AAAB1-6839-4162-B8E2-4977AAFF43D2}" dt="2024-10-12T13:58:46.032" v="713" actId="478"/>
          <ac:picMkLst>
            <pc:docMk/>
            <pc:sldMk cId="1210990454" sldId="261"/>
            <ac:picMk id="385" creationId="{CC70143B-E7B0-3891-ABFD-B17E2E95B21F}"/>
          </ac:picMkLst>
        </pc:picChg>
        <pc:picChg chg="add del mod modCrop">
          <ac:chgData name="Santo Mancuso" userId="4c3828e5-f1a1-4786-85a9-c04a7c1c1108" providerId="ADAL" clId="{594AAAB1-6839-4162-B8E2-4977AAFF43D2}" dt="2024-10-12T14:30:30.261" v="860" actId="478"/>
          <ac:picMkLst>
            <pc:docMk/>
            <pc:sldMk cId="1210990454" sldId="261"/>
            <ac:picMk id="388" creationId="{B161407E-1F6C-2E39-1B7A-799868FAB9F7}"/>
          </ac:picMkLst>
        </pc:picChg>
        <pc:picChg chg="add del mod">
          <ac:chgData name="Santo Mancuso" userId="4c3828e5-f1a1-4786-85a9-c04a7c1c1108" providerId="ADAL" clId="{594AAAB1-6839-4162-B8E2-4977AAFF43D2}" dt="2024-10-12T14:14:33.363" v="839" actId="478"/>
          <ac:picMkLst>
            <pc:docMk/>
            <pc:sldMk cId="1210990454" sldId="261"/>
            <ac:picMk id="393" creationId="{D4E77727-CD80-D6A0-B474-F0EAC99B0786}"/>
          </ac:picMkLst>
        </pc:picChg>
        <pc:picChg chg="add del mod">
          <ac:chgData name="Santo Mancuso" userId="4c3828e5-f1a1-4786-85a9-c04a7c1c1108" providerId="ADAL" clId="{594AAAB1-6839-4162-B8E2-4977AAFF43D2}" dt="2024-10-12T14:14:51.767" v="847" actId="478"/>
          <ac:picMkLst>
            <pc:docMk/>
            <pc:sldMk cId="1210990454" sldId="261"/>
            <ac:picMk id="395" creationId="{0028DCB3-6206-2E92-1507-CC278BA01559}"/>
          </ac:picMkLst>
        </pc:picChg>
        <pc:picChg chg="add del mod">
          <ac:chgData name="Santo Mancuso" userId="4c3828e5-f1a1-4786-85a9-c04a7c1c1108" providerId="ADAL" clId="{594AAAB1-6839-4162-B8E2-4977AAFF43D2}" dt="2024-10-12T14:15:51.291" v="855" actId="478"/>
          <ac:picMkLst>
            <pc:docMk/>
            <pc:sldMk cId="1210990454" sldId="261"/>
            <ac:picMk id="398" creationId="{A70FDCA9-0952-00DA-DCF4-065774B23500}"/>
          </ac:picMkLst>
        </pc:picChg>
        <pc:picChg chg="add del mod">
          <ac:chgData name="Santo Mancuso" userId="4c3828e5-f1a1-4786-85a9-c04a7c1c1108" providerId="ADAL" clId="{594AAAB1-6839-4162-B8E2-4977AAFF43D2}" dt="2024-10-12T14:30:07.862" v="857" actId="478"/>
          <ac:picMkLst>
            <pc:docMk/>
            <pc:sldMk cId="1210990454" sldId="261"/>
            <ac:picMk id="400" creationId="{38C26D60-87A7-75CC-77C9-3EF6C634A7B1}"/>
          </ac:picMkLst>
        </pc:picChg>
        <pc:picChg chg="add mod">
          <ac:chgData name="Santo Mancuso" userId="4c3828e5-f1a1-4786-85a9-c04a7c1c1108" providerId="ADAL" clId="{594AAAB1-6839-4162-B8E2-4977AAFF43D2}" dt="2024-10-12T14:30:56.225" v="867" actId="1076"/>
          <ac:picMkLst>
            <pc:docMk/>
            <pc:sldMk cId="1210990454" sldId="261"/>
            <ac:picMk id="401" creationId="{E422A56F-6E67-F9DD-2AEF-7682FB1E4ED3}"/>
          </ac:picMkLst>
        </pc:picChg>
        <pc:picChg chg="add mod">
          <ac:chgData name="Santo Mancuso" userId="4c3828e5-f1a1-4786-85a9-c04a7c1c1108" providerId="ADAL" clId="{594AAAB1-6839-4162-B8E2-4977AAFF43D2}" dt="2024-10-12T14:30:58.801" v="868" actId="1076"/>
          <ac:picMkLst>
            <pc:docMk/>
            <pc:sldMk cId="1210990454" sldId="261"/>
            <ac:picMk id="403" creationId="{F0EE1D1C-E75F-CE94-1352-4DB57B303D02}"/>
          </ac:picMkLst>
        </pc:pic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5" creationId="{2CBDFE6C-28EB-6BCD-FCCC-AF36C3C54BD2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6" creationId="{D6DADE7D-7CE2-14F1-0BC8-F40553241ADC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7" creationId="{5ED21F60-B72E-36BE-E20A-4DF5BD61D45D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8" creationId="{696E03D6-C3FC-3D37-11D8-DEA03AB3D958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9" creationId="{6469521B-7EF5-83E8-CF7A-8B3055E3E71C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20" creationId="{E20A0AC6-4D81-145E-5FE0-B926FD6EC96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21" creationId="{A349170A-583D-C19C-2EFE-C60525540760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22" creationId="{13447482-B7FF-48E8-43C8-F85026420B40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23" creationId="{3AD43117-B28D-64B4-AAC9-37AEC7226AFC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24" creationId="{5714F044-BB30-29BB-1A79-413FA4D2A604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25" creationId="{E55BFB38-AC52-4888-64C1-D3769E34DBF9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26" creationId="{FCEE82CD-C236-7C21-A6D2-5419312C54C4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27" creationId="{DBF93AB1-0B5B-B979-F7FA-CB63F8465144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28" creationId="{AE040B70-A62B-8515-F21C-5F1C8DC248C9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29" creationId="{08063EF8-1DE2-FD3C-2588-51D566529A48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30" creationId="{60C3AE4E-0619-6316-2ECA-577933AC7E6E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31" creationId="{0BDA06B8-D9A7-D1B6-C876-4AC344A32F25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32" creationId="{688D4C13-7CA0-6E39-26A5-8A758E133743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33" creationId="{C22E4616-75FC-6BDF-79BC-42E35457BEC2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34" creationId="{CF26C3FA-D815-0EF4-8343-8E9E5072596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35" creationId="{1A8ADB7F-A2EA-647E-0C5A-8DC80E52B55A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36" creationId="{BFEA083A-8E9C-7DE2-F2F6-D73577CE8544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37" creationId="{4DA642B8-625D-8DBD-17F8-A7E7D4DD81C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38" creationId="{F6260B9B-66F4-514D-5BDD-8B18C1F1AB9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39" creationId="{0669E372-BB84-1C7E-880F-FFEDBB6F2035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40" creationId="{FDD2035D-3519-E730-9DC8-EE41F8CD98F7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41" creationId="{B1A24922-4507-06FE-3304-27DC0A7B8D3D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42" creationId="{5E6B0F84-55C8-45FB-5409-6AAE94A6ED13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43" creationId="{71BE86AC-581C-FCFE-E410-F205F16941C1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44" creationId="{EFA2921D-E77B-EC82-3FFC-5258FE9F48BD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45" creationId="{0E35FDBF-0826-1588-A70A-44E15B0C4A5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46" creationId="{AF6DFCAE-C8C8-6C57-64D5-807400672B05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47" creationId="{F46034E1-AE48-18D1-09E1-8CAB6B02594A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48" creationId="{E4FF0BE8-5D7E-8E0F-80F1-491A5FED7318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49" creationId="{22F6E735-3C30-4064-1478-624BCFED55EC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50" creationId="{42BB88BB-6469-3196-C939-9FC683A278B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51" creationId="{856DEA09-71A1-48C1-844B-687DBF05A480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52" creationId="{F2A1E1C9-867E-79C6-0549-2EBFE6258F68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53" creationId="{95BC395C-45D4-2C60-EA2E-5E4DBAF70712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54" creationId="{C5527F3F-87E5-73B7-27BC-DBF4CB9E63E1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55" creationId="{D3D702A3-5FB7-5DB5-170B-AC829CBB56D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56" creationId="{8C15902E-318B-D86C-C1EF-DE407BB992B8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57" creationId="{2FB35B7A-6544-FF4F-D04C-2DB857CA7139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58" creationId="{58570D39-F49F-9937-331B-057251EEDC4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59" creationId="{5E92AED8-E4B5-4F70-82C5-A1522F561A1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60" creationId="{741E97F6-8048-C602-E0DA-07FEFF7D805E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61" creationId="{AC488712-AFA4-1D03-EEA7-0FB9C6F5B2D5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62" creationId="{9CED1100-23F4-D35E-B479-080AC25F99F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63" creationId="{BB11779D-4088-2EB1-9A4C-E9133C14E47A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64" creationId="{C8BB03A6-A358-7EF6-C436-7F5EB27625BD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65" creationId="{87ECA781-19F0-A8AD-A52E-84EFD87B7D06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66" creationId="{74B1F902-E423-F3F0-6671-5A24FC6F8900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67" creationId="{89AEF4F1-8D5D-B63E-EE23-CFB229FF0EB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68" creationId="{0720D5C9-4E48-386D-D62C-E6AF6D637C8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69" creationId="{C8386AAB-EB51-2336-54D0-ED8D611610DC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70" creationId="{C3A67321-F275-AE28-FAEE-C7AE4B664F60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71" creationId="{B348BD9E-0B54-7A9E-CF2B-456CCA04F098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72" creationId="{8BBD4656-9153-885F-6A8D-6CD0654D7791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73" creationId="{3FDF344D-0901-D01E-AD3C-7B09BA14EA54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74" creationId="{DB727364-E8E8-D0C4-0E0C-035D72A664A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75" creationId="{194DA3EC-CC3D-FFDC-43C2-080BD7E8E72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76" creationId="{8ED579EF-B0FF-2D7C-E3D7-F2F0A7FC63F9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77" creationId="{B42C57A7-FB53-BE72-0554-D2CAE408C125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78" creationId="{4579B24D-1593-81A4-9FC3-086C91DF12FE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79" creationId="{1116922A-F88B-A4B5-3B74-B79F4F2301D3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80" creationId="{33F6B3E4-7ED3-B358-C29D-272D46F0CE6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81" creationId="{9F51681A-23A9-B793-A309-D63BC3E68D0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82" creationId="{BF8700A1-ABF4-2F09-728B-B6C83F0F2E5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83" creationId="{5EE57714-55A2-9438-59AF-B9D8C2020623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84" creationId="{418948E7-091A-C3C9-BB57-5C439883776A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85" creationId="{4B475621-FDED-E86E-733E-3F8FDB2416A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86" creationId="{96B8C4CF-5F3B-F376-3B29-E7342AF7F43E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87" creationId="{823B1C72-9679-9158-335E-D8E406FA3FED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88" creationId="{5A4BD95F-2BD2-3AC6-9862-B6348D0B4AA2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89" creationId="{A430484D-00D0-2908-6437-2693259801B5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90" creationId="{5B1F18D0-99A1-E192-F9C2-A09609247F8E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91" creationId="{37F1447D-F27B-701F-B813-F5C6F43F7D7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92" creationId="{B8310493-5DF9-AABE-570E-4552AC3020A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93" creationId="{2A746046-4239-7088-EC74-C1F7BC43BA1C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94" creationId="{0C8BD4E6-8CAE-2BEE-B839-037DAFF447BA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95" creationId="{48BD5416-42ED-060A-AA7C-19B63775E3B3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96" creationId="{002D6062-5498-A176-F121-D96976786102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97" creationId="{5919C10B-A0B0-400B-4CB4-BDF9030E1673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98" creationId="{2296589A-7BE3-F1F2-B7C7-2BC8189B12E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99" creationId="{ADCF8FE4-88C5-76BC-01E7-8BDA6CF30BB8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00" creationId="{4DCC5F7E-595C-436B-1CDD-75C6B0237DC2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01" creationId="{1E11F953-9C1C-9BCA-6E2B-9A2473AB0AB0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02" creationId="{EE5C4162-233D-19AA-FFB6-BC4903C084E6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03" creationId="{135E5A0F-C543-D40A-2798-4239D70674AC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04" creationId="{F02A8470-C51C-1E7A-211E-82BC15B5BBED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05" creationId="{B9FBAB94-8C86-758B-678F-A18221C9A1D4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06" creationId="{AEA386D9-BDD1-F274-C3A5-343B8D543C9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07" creationId="{720A520F-15C3-4962-6BF3-59C2A5E21F28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08" creationId="{85BFCFF2-8843-D58A-23C8-9F510074513C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09" creationId="{B7D93963-CC18-95EB-49C7-E236F4BC2341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10" creationId="{92DDD837-0D84-085D-D4A8-B73807A9D48A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11" creationId="{47E3942B-E464-67A6-097A-BBF422288637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12" creationId="{ED8BFECB-B323-DCCF-9201-A464F139AD1C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13" creationId="{233FDC8E-7F2A-71FF-0867-5850DFB38827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14" creationId="{48B3A678-2511-C15A-BD2F-3BD5C0C1FDE6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15" creationId="{6791D548-B4FB-5427-2862-CF764D5135AD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16" creationId="{F3DDE4DA-E212-783C-B13A-41E7F7BCFB28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17" creationId="{B4B069D4-4183-3CE2-6888-86AF13A55706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18" creationId="{466A7206-E0F3-9264-544B-42149900AE89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19" creationId="{34C6D393-3A4D-EAA4-7C20-E9E26C8C4A8A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20" creationId="{F66B787B-6873-7B5D-968E-F59E513F3F0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21" creationId="{60E364A3-26FC-0293-B0F8-F4F60464EAC1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22" creationId="{82435D59-4758-5219-117C-A6A868C45F2C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23" creationId="{41F88760-EF16-1BE8-EBE3-3EF9E7649ECC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24" creationId="{51760ABA-7EE3-C2E4-E18F-B7D8EBE118DD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25" creationId="{441B2664-9FAB-4AEA-2264-667F7F40EBAA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26" creationId="{03CD212D-C9A8-B7C4-9BD6-B050B3CF00C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27" creationId="{B932E3CE-4239-9D6C-1A7F-B73D0CEEB938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28" creationId="{B8F4FDDF-27D2-912A-C37D-238FD615465A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29" creationId="{6541838D-4C1B-961D-E238-BDB5EF1FDB7E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30" creationId="{E1F489FD-F85F-B469-D5D1-CB010ECDFFCD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31" creationId="{D92DC16A-625E-6AE0-15D7-FB6ED4CFF916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32" creationId="{0F4EF90E-C9E1-282D-B974-EABF0F38356F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33" creationId="{FCFC17C1-41D5-5D7F-8C0A-B63F8D2405CB}"/>
          </ac:cxnSpMkLst>
        </pc:cxnChg>
        <pc:cxnChg chg="mod">
          <ac:chgData name="Santo Mancuso" userId="4c3828e5-f1a1-4786-85a9-c04a7c1c1108" providerId="ADAL" clId="{594AAAB1-6839-4162-B8E2-4977AAFF43D2}" dt="2024-10-12T13:50:16.055" v="648"/>
          <ac:cxnSpMkLst>
            <pc:docMk/>
            <pc:sldMk cId="1210990454" sldId="261"/>
            <ac:cxnSpMk id="134" creationId="{BC82FB6B-1903-C47B-F433-4B4486D7F20D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36" creationId="{EA7671B1-5763-E446-E294-ABD82FCF0783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37" creationId="{105E6B86-C0B6-253C-6A54-76F7E488CCAF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38" creationId="{7C51AEE1-4846-0C37-3F5C-6C725DD43E51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39" creationId="{BCD1D4B1-1B1D-AFDD-9942-58DA35FD6970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40" creationId="{BE826D90-315E-240D-1EE2-671DF72640CE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41" creationId="{AAABCA98-D97D-EBA7-98F7-B458E3723D1A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42" creationId="{9023A9A5-4865-9D9B-8743-E2B86B327733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43" creationId="{B4F20EDB-E8DE-47BA-4423-313E5D9A758E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44" creationId="{0753183C-4923-5C56-B26E-BD118F3A2083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45" creationId="{4E7CE585-5644-D1FA-E85E-6D9187246177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46" creationId="{0D5EF154-DAC0-A9BC-242C-3FB1B91823E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47" creationId="{FFA2177B-122E-DD5C-C991-55DB0A6E379E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48" creationId="{BD711087-522F-34FE-54FC-037FA0C3C374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49" creationId="{8B1BABD4-53C2-EC7F-2F08-1C2AE07A0E1E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50" creationId="{5B17F869-9AEF-51F5-5F59-5937616187C0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51" creationId="{B483953E-A42D-33D9-53B3-BE7DB49D7020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52" creationId="{43A6A709-80EB-7335-B8BE-B3F912C4D909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53" creationId="{9B3DBA98-8030-DE69-0B5A-832679DB5709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54" creationId="{24E3B30B-2EC0-4252-C219-FB25D7CEBBD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55" creationId="{116B00C5-2042-DDAB-DE36-3BB7FB94CEB7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56" creationId="{3D0366EF-377E-2FA5-5A7F-2BBDA39DAD5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57" creationId="{652D3128-A1EF-FB42-1045-F7F5A8DDD6B4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58" creationId="{77ED7935-1508-2553-F8FB-D1F25A9023D4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59" creationId="{75E16DC9-5C2B-A5F4-3FD0-E2D9B7F6027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60" creationId="{A2F72F89-4430-D17D-DD02-E859CB5C187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61" creationId="{316A416F-8D02-6AE9-C0C4-10F8DD9A9B87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62" creationId="{D2225B18-095F-B6BE-EC5D-7DBCA4680973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63" creationId="{3E598BB0-D9CF-D39B-EDE0-7B32D252AE02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64" creationId="{92379EF0-045B-1994-B15F-9A41F07D834F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65" creationId="{4189CE84-9504-EA7B-EF66-EFA33115EEB5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66" creationId="{FC8371BB-45A2-ABD9-6FB9-5059955D1EE2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67" creationId="{A77C5FCD-6923-AE25-CF63-1B3B2D7E2767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68" creationId="{A06CABBA-106B-209E-DF6E-D5E57293D94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69" creationId="{30F395B2-9209-3BCA-CEB7-B77DCD2D26B3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70" creationId="{80376C7B-D176-9EA4-CD3E-08B8BE8968D6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71" creationId="{38B893E0-CA76-6409-20EF-07088F39AE8E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72" creationId="{3CE3E438-FF25-2913-BECF-9F6140689C59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73" creationId="{7A8F88CE-3A86-2186-D64D-FF47943DAD05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74" creationId="{F65DDE50-2F87-08C7-91B0-2A7FE9966A97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75" creationId="{8B6A825B-05EA-6076-408A-E027F973DD9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76" creationId="{1B02F019-DCDB-F386-1ED9-8BE9E3A8A439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77" creationId="{656103F8-EF61-6492-8A75-6BA1ACD81E7D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78" creationId="{4DA6B96B-8443-1A77-4F7F-42193838E3D1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79" creationId="{D6D7FADA-B075-5964-F17A-98E414F5C00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80" creationId="{46B2A4EC-1C3A-09DD-5BCC-1EFDBE9B3EFE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81" creationId="{4039E3CA-9560-98B7-097C-5F6E57A1EEDE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82" creationId="{8DF628CA-E83A-74D3-B07A-F77DB27F24A2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83" creationId="{F893A76A-45D0-682B-E731-277ABC82B17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84" creationId="{CCD1F94E-ABB3-EEB3-E429-0322A307DA8A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85" creationId="{D99C6241-CCAC-2FF5-27C0-B67650508DCF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86" creationId="{579CB74F-8C55-0BC4-8249-6A44B76734B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87" creationId="{385E33CA-6063-B718-AADA-65200AD14D63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88" creationId="{4E5AF282-6B66-AF21-6E05-284653A07536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89" creationId="{A1506FFF-D455-F8AB-7D97-087A2CB0C171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90" creationId="{CAD34C6A-1693-4D67-B684-B1D26BFA934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91" creationId="{549F5479-544C-5B52-FC12-ADAA831F2281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92" creationId="{7B2C024A-8F3D-A929-A1CB-42D9C3D2DF3E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93" creationId="{1CFCBE9F-6E1A-5C5B-F608-4BBF6EF337C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94" creationId="{83AD2935-78A1-42BB-E571-B3953B125F0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95" creationId="{B2F8AE7B-EEA3-4E2A-0792-E7D7511CCA27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96" creationId="{F4F14C69-83C5-A384-9792-0A3008F9309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97" creationId="{7CA5CA97-C671-7F28-D79D-612CBA48251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98" creationId="{098D105C-26CA-7E28-9322-51F7AD1B7AE5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199" creationId="{BDE8D6C7-063A-5463-45B2-DF6BA0C596FE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00" creationId="{CF9ED50C-AE36-38E9-DEBE-8BE6CD72A11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01" creationId="{EF0AC678-C60E-10F0-A4BB-7DAF98DFD71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02" creationId="{80001E87-D445-1E09-42B6-E78D15C32BEE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03" creationId="{414042FC-01A8-85D2-0A35-3335B4BBCF45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04" creationId="{9FC5F888-9ED3-79CF-1AA4-5F303427B083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05" creationId="{E21F484D-08F9-9C89-4354-11736229CCC9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06" creationId="{718BCDA2-3FF4-A6DD-2B65-9124F59F157B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07" creationId="{5C67D3F5-D1CF-503C-F229-8FDBBBE29DB9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08" creationId="{3844069C-1085-8CDA-15F8-A6DB6710045F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09" creationId="{598EE915-D9CD-460C-3BF4-3ACA83E016D5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10" creationId="{64F697E8-BA4C-594A-E42B-C580D276BB2A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11" creationId="{0AD4CC23-E59D-D0DA-6B21-7ECA2460BE89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12" creationId="{29E6B191-CAAE-CCEC-3193-22E57F324F6A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13" creationId="{CA6C3AD5-67DF-12E8-2986-E4CE5A0A45F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14" creationId="{90A7FBF7-530C-92C2-47E0-5BF58920D75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15" creationId="{EF14E165-F318-15EB-F76A-743435D28C7D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16" creationId="{9338F3A8-8546-74F8-811C-575CB8426441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17" creationId="{BAF70C40-D227-654A-4E8F-510013D769C2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18" creationId="{D36CA341-A978-B18E-1BBF-F13378C30186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19" creationId="{F3D5BB09-2F79-3E99-1BCC-FBECF688BE7E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20" creationId="{F2658761-C542-9255-369E-63F3ACB301F0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21" creationId="{909F3E2D-B715-FDE4-2124-30E25D19C35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22" creationId="{55C47A0C-2577-F784-A780-B4F565355593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23" creationId="{F451BB22-D340-161E-A4FF-99ACD98039B6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24" creationId="{1E2AA125-BFB1-FCD7-5611-C61538154C16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25" creationId="{721447AE-5382-0891-ED53-356E87CECC64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26" creationId="{D657CAF9-DA7C-EFB0-5941-20AC425E6079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27" creationId="{3826C718-7972-A741-53DA-908965B87601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28" creationId="{4E57DA72-B7ED-2C55-1AEE-0615ECE6D62D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29" creationId="{8377374B-2C50-AC99-53DF-FB459C4E36B4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30" creationId="{03089E80-618A-5CBD-F6F3-B043BBA211E0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31" creationId="{0D311589-F95C-0EDB-FD0A-4627C874928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32" creationId="{8E4447FB-9D6B-62F0-1261-28E1BCC109B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33" creationId="{C2C8DE81-F7C9-8D94-2DC8-D4A540E122CA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34" creationId="{B59DF922-03C5-82AD-A1D7-68A30F9C1D20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35" creationId="{9C5C61BB-B4A1-F03C-1E1C-568B23F67FEB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36" creationId="{B4FABF20-C077-6A04-D210-02EFA152A305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37" creationId="{1AA96190-2AF6-FAA3-6AB5-48C35CC77B1F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38" creationId="{2B3233EB-8E1C-2CCA-EC91-4A4400ACD2D3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39" creationId="{C659400D-9C5D-6836-116B-121400B8314B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40" creationId="{40753B54-4F18-B65D-6581-D783A26FDBDC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41" creationId="{E2B688D1-A790-9D42-AB64-DFB1230A174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42" creationId="{470C61D4-38BD-3C49-3585-C86740CB497B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43" creationId="{B52DEEBC-5DEF-10F5-725F-764DF6F893F4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44" creationId="{5E59FB44-1CD8-2432-1F5F-D5617860D507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45" creationId="{7C75F6B2-759E-382F-1067-B00DE974D39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46" creationId="{E0C8366C-72CF-8EDE-EB6F-BAE4AD056481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47" creationId="{D813FF96-57CD-7E68-AE84-C87F509BBA82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48" creationId="{2960A332-4ACE-7E3B-39AB-3608BB630E4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49" creationId="{DBF9F11C-09C2-F852-C0D7-0E3CDE62F532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50" creationId="{0546EC59-2A46-4F67-01F5-470DDBBA1802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51" creationId="{BFD756FF-FC61-C867-D86A-218568728738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52" creationId="{F12A6EC2-C056-8E5D-9E99-FCA0D4AA2B77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53" creationId="{50657E76-F2F7-4B09-5075-76F2BC72F4F3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54" creationId="{0FFCFB95-D465-6E4C-D441-BCB2856DD94F}"/>
          </ac:cxnSpMkLst>
        </pc:cxnChg>
        <pc:cxnChg chg="mod">
          <ac:chgData name="Santo Mancuso" userId="4c3828e5-f1a1-4786-85a9-c04a7c1c1108" providerId="ADAL" clId="{594AAAB1-6839-4162-B8E2-4977AAFF43D2}" dt="2024-10-12T13:50:32.755" v="652"/>
          <ac:cxnSpMkLst>
            <pc:docMk/>
            <pc:sldMk cId="1210990454" sldId="261"/>
            <ac:cxnSpMk id="255" creationId="{F7CEE0C0-6B30-35E1-99D8-0BA423C94217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57" creationId="{4B1F7222-E7B7-40C4-2822-22F4A8D3398F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58" creationId="{71ECA8C2-DA22-CD52-A984-1CB5181B1A46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59" creationId="{F19218E1-F67A-8921-5CDF-7A2CC462C8BE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60" creationId="{57E86B85-D22A-9179-7DAA-35BFBDE38D55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61" creationId="{243B82E0-96F9-0FA2-7818-978CE249AA6F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62" creationId="{918BDFC9-103A-FAF5-CF62-F3320ED6DE73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63" creationId="{2E28340E-4A01-3F4A-06C1-950B2B5DC9B2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64" creationId="{57AF9DE4-536D-A39B-DC94-B3FE728341B8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65" creationId="{C3686733-FE78-A429-B6B2-BE7D2AF222C8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66" creationId="{3F4A73E7-767C-D20B-6EC5-E9F88E2A8AE5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67" creationId="{AE1827BC-F584-55A1-3FF0-A889249B5557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68" creationId="{C855ED9F-9DC5-E8AC-4847-EE4134CE1401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69" creationId="{B3212031-6FE8-D4E9-3BCA-1EA6AD746CC8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70" creationId="{5C6A547E-BE3D-7809-AF9A-2631C0B1DFF3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71" creationId="{ADEF6BE0-F6BA-4828-8BC8-6E10F9493576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72" creationId="{7EA5C811-CCA6-4359-8725-54F092F4B54A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73" creationId="{1D6F50BA-6820-082E-C3A8-110F262B7891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74" creationId="{7EA62188-7527-D63B-34A9-AEB6ECEDFA81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75" creationId="{D8795D6F-7D72-A27A-A4F9-9BE21B4CE68C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76" creationId="{C7895138-7F2A-C5BB-ABD4-1EB4C833CB4E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77" creationId="{1570C2DA-7934-4941-AEC6-4163173AECE2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78" creationId="{E54277A8-10AE-3F87-73CF-D85128B9D216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79" creationId="{2AE56A29-8BC4-40FC-EBB2-C37DE065738E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80" creationId="{BEBCD991-FBBD-DC96-92E0-C40AF17E08DA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81" creationId="{D3F2E8A6-25CB-E61F-470F-F7E222E55043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82" creationId="{147ABFE0-4C9F-5B8E-095A-7A7F6E560661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83" creationId="{942112BF-37FF-8BB1-C3FF-22392449962D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84" creationId="{20B80EF2-AECE-57DC-0AD8-2F74FC0DEEF9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85" creationId="{0A20145D-FA7E-7B94-58C9-CBEF13B4017D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86" creationId="{AD956EF4-F370-5F69-CF8D-AAD17E7F7006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87" creationId="{3234410C-7A41-1626-AE5D-0D7F5A6B1ADC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88" creationId="{7586084D-6750-C97E-1D21-5A63B43520C9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89" creationId="{41540936-59DD-6D36-B6C7-E5453865557E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90" creationId="{4F5C9490-1A88-2080-B3B1-33D8486BB3A4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91" creationId="{47614058-4CBE-0E3A-177E-417B24319A26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92" creationId="{45E0FA87-1477-1910-807D-7356C4177605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93" creationId="{DCC96081-F360-66A7-FC77-B147A3DD4487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94" creationId="{83DCE533-D691-657F-15DB-256CA88D552E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95" creationId="{633EAD47-CFB0-A311-525C-D8242E2E4CE8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96" creationId="{BBA20D8F-1E46-9BAB-2538-8E180DA7F758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97" creationId="{2E59E8EF-765E-C8C1-8D22-524939840092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98" creationId="{E55D7E15-46ED-CA3F-C469-E5451E412D9E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299" creationId="{C525CD2F-6EDB-6260-C91D-CC21C295D164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00" creationId="{D57B35AE-C43A-17E1-A9B4-DA64C9B6CDE0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01" creationId="{D0A69F71-1D00-35FD-1526-6CF2AAA1D963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02" creationId="{459BC4BC-3670-0BE8-D9EC-971D6140E712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03" creationId="{F3446EBF-CE16-1D67-576A-DC8B27063B68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04" creationId="{68EA6674-E972-0486-FAC6-37FC64E1FFDF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05" creationId="{D656BE1B-C5B3-63B1-0573-3F1599122380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06" creationId="{C3A9C842-DAD7-CD0F-0502-16CB564647C9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07" creationId="{3D364B87-16E0-C2C7-4CB1-FC4B797CA81B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08" creationId="{F38D10FB-2F43-CF14-DCB9-54858F4E3DC4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09" creationId="{CA53A924-156B-71DD-5D2D-DECE147E20D1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10" creationId="{98C29884-F8B4-1C6C-C36F-F5DDE4F830C9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11" creationId="{8A7AA371-32D0-9C92-2AC0-15057ABC09ED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12" creationId="{09722634-3B06-4247-804C-2C16B1C2E65E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13" creationId="{00A4DBF2-3457-97EE-8A07-40FCB9337EBB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14" creationId="{38BF0E9A-E335-C111-31DA-83523BFD154A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15" creationId="{352BD448-ACCA-EF17-A75F-86B06045862F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16" creationId="{25901C35-6E74-A06D-9EC0-A0D490089958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17" creationId="{C38E89B0-3E15-19DB-F7E1-A547E3BB3FDB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18" creationId="{00E0D2D9-ECD0-8D74-1B31-C67E13D1C6C5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19" creationId="{416057FE-5D73-33A0-212C-103F3E6BC940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20" creationId="{E0E45605-9868-D1EE-1143-763C6C98A140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21" creationId="{BE7ABF29-B9F7-C4C4-D7F9-823D46F07B7C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22" creationId="{4C40A865-9033-0291-FB1B-AC43E093C4D1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23" creationId="{CC901B1B-2150-F5DD-EF40-8224A41EBE00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24" creationId="{5D33F9E2-04E2-1F52-0529-F7A31D0EDCAA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25" creationId="{AB88BF97-79E2-E626-2406-AF7C189D0E5D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26" creationId="{8A930325-DB3E-9B43-F9FC-D0B852491F0B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27" creationId="{2BC7E9DE-A436-E804-7AFB-2D2C9B8972A9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28" creationId="{5ADB73E9-3955-0198-A492-2D22D6B60DA4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29" creationId="{1F3CDC7A-1B79-9DF2-C5CE-1FDD7C8BBDC0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30" creationId="{3E5D8C1E-766D-7421-31F4-6190C9C65DC4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31" creationId="{BDB9A782-97C3-E4A1-D987-8A9E01BC670C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32" creationId="{5330D606-6432-4A49-8CAE-0C4EF203BC63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33" creationId="{7E99CFF7-AA29-D7B4-09E1-DE8670BD97FC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34" creationId="{2A5D7AA9-6D28-8578-C359-195D040CC61F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35" creationId="{D5F8BDE3-9210-34E1-5579-2368F20D12BC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36" creationId="{F14466D6-5C76-8C10-1D13-FF8862CFC4A9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37" creationId="{FE99A8A9-156D-3731-3898-661C236085BA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38" creationId="{C0437111-8657-2A82-2DD6-54A7824CE656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39" creationId="{7912D337-C137-CA59-E6BD-49D7FD2BD287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40" creationId="{541EC360-75CE-AB93-2B51-AD428A934EB9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41" creationId="{39609480-34D0-60E9-4ACD-43051540D48A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42" creationId="{9604B2ED-58F4-C88F-6D48-295C4A44233A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43" creationId="{37658047-A044-3D25-E48B-0F255AB810D0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44" creationId="{1F7A2899-8E7B-0C84-11BF-E5F56CC8210F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45" creationId="{3CD30DC5-C224-F234-43D7-3BB17FE7E2B0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46" creationId="{DA3EF451-2EB6-F875-3806-23638E7B481D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47" creationId="{E376BA8C-EB24-726E-0ABF-72C99012AF88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48" creationId="{738A6B88-0D4A-93E4-C8C3-BE6425D03141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49" creationId="{CB98407A-9147-9C4F-FC8E-D601AEB612A2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50" creationId="{F02B8C87-EDDB-4E23-212E-FD9EF7E78084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51" creationId="{9C90C53F-DC2B-DC59-5640-9C1A322AF45C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52" creationId="{C3CC56B7-5878-BF4E-29BE-DC73752694A3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53" creationId="{945EA50D-E37B-B14E-EE98-460C45D34089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54" creationId="{2E49EA6B-5DB8-1E6A-15EE-28217FC96456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55" creationId="{69AD1990-4957-81C6-A46E-2C9CC51566AB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56" creationId="{9B486888-BC0E-ADEF-94A8-724FD1107C73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57" creationId="{B2064431-A21F-9AA1-5BCC-6A43FF10568C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58" creationId="{C46B8402-56A6-5D1F-3EC5-C7E2548D20F8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59" creationId="{4334F1E0-EDD9-4C6A-A0CA-F232946C27A8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60" creationId="{5047245B-576B-FEF8-A2F5-0AD7D6FF5642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61" creationId="{36F10F1B-3AED-9B25-E84C-C918650A69F8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62" creationId="{D565CF2E-E5EC-2DCA-5EDB-26A6C19E8785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63" creationId="{B7EB1203-1130-9839-C56E-FEC50B4D4C6C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64" creationId="{B8DE3D30-1FC2-4365-2ADB-39E203A2C5F0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65" creationId="{DB20329C-1CB5-EC59-539C-3E599BFAB802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66" creationId="{554B527D-0681-2116-FB8A-F9F600F11A9D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67" creationId="{81B3314B-F3EE-0CC7-D140-A61F122B09DF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68" creationId="{AB5691EF-03CA-10B4-9447-09C6E0C72890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69" creationId="{8A2B44C5-A2B4-BB55-ECED-ECA979170ECC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70" creationId="{C08CB6DD-008B-F7DE-0CF3-3D2687C694EA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71" creationId="{4C7499C0-84E5-1DF5-B894-92E2F7CD385E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72" creationId="{B4908A6D-B48B-E0F8-1F72-2B88D4BC7886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73" creationId="{0A434AA6-5321-B94B-845C-F07D0C0CC462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74" creationId="{393E2FE9-11EE-0A90-16FA-E7867BCE5A0A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75" creationId="{CD449D33-034B-DC4F-E849-F6A4A73A4E1B}"/>
          </ac:cxnSpMkLst>
        </pc:cxnChg>
        <pc:cxnChg chg="mod">
          <ac:chgData name="Santo Mancuso" userId="4c3828e5-f1a1-4786-85a9-c04a7c1c1108" providerId="ADAL" clId="{594AAAB1-6839-4162-B8E2-4977AAFF43D2}" dt="2024-10-12T13:51:23.793" v="663"/>
          <ac:cxnSpMkLst>
            <pc:docMk/>
            <pc:sldMk cId="1210990454" sldId="261"/>
            <ac:cxnSpMk id="376" creationId="{4D111D45-7458-5366-031D-CFB2873C6209}"/>
          </ac:cxnSpMkLst>
        </pc:cxnChg>
        <pc:cxnChg chg="add mod">
          <ac:chgData name="Santo Mancuso" userId="4c3828e5-f1a1-4786-85a9-c04a7c1c1108" providerId="ADAL" clId="{594AAAB1-6839-4162-B8E2-4977AAFF43D2}" dt="2024-10-12T14:34:15.028" v="889" actId="1582"/>
          <ac:cxnSpMkLst>
            <pc:docMk/>
            <pc:sldMk cId="1210990454" sldId="261"/>
            <ac:cxnSpMk id="380" creationId="{CEF91FC6-E1BB-A4D6-918A-6BBE178B4D01}"/>
          </ac:cxnSpMkLst>
        </pc:cxnChg>
        <pc:cxnChg chg="add mod">
          <ac:chgData name="Santo Mancuso" userId="4c3828e5-f1a1-4786-85a9-c04a7c1c1108" providerId="ADAL" clId="{594AAAB1-6839-4162-B8E2-4977AAFF43D2}" dt="2024-10-12T14:34:06.720" v="887" actId="1582"/>
          <ac:cxnSpMkLst>
            <pc:docMk/>
            <pc:sldMk cId="1210990454" sldId="261"/>
            <ac:cxnSpMk id="381" creationId="{A703118D-7ADA-E1F5-5C8B-63FC45B784E6}"/>
          </ac:cxnSpMkLst>
        </pc:cxnChg>
      </pc:sldChg>
      <pc:sldChg chg="del">
        <pc:chgData name="Santo Mancuso" userId="4c3828e5-f1a1-4786-85a9-c04a7c1c1108" providerId="ADAL" clId="{594AAAB1-6839-4162-B8E2-4977AAFF43D2}" dt="2024-10-12T12:34:46.807" v="134" actId="2696"/>
        <pc:sldMkLst>
          <pc:docMk/>
          <pc:sldMk cId="1751112552" sldId="261"/>
        </pc:sldMkLst>
      </pc:sldChg>
      <pc:sldChg chg="addSp delSp modSp new del mod">
        <pc:chgData name="Santo Mancuso" userId="4c3828e5-f1a1-4786-85a9-c04a7c1c1108" providerId="ADAL" clId="{594AAAB1-6839-4162-B8E2-4977AAFF43D2}" dt="2024-10-12T13:36:45.197" v="561" actId="2696"/>
        <pc:sldMkLst>
          <pc:docMk/>
          <pc:sldMk cId="3996680583" sldId="261"/>
        </pc:sldMkLst>
        <pc:spChg chg="add del mod">
          <ac:chgData name="Santo Mancuso" userId="4c3828e5-f1a1-4786-85a9-c04a7c1c1108" providerId="ADAL" clId="{594AAAB1-6839-4162-B8E2-4977AAFF43D2}" dt="2024-10-12T13:07:38.031" v="441" actId="478"/>
          <ac:spMkLst>
            <pc:docMk/>
            <pc:sldMk cId="3996680583" sldId="261"/>
            <ac:spMk id="2" creationId="{F5561FDB-EAA6-F0E2-8C4F-2C284A1FAEB0}"/>
          </ac:spMkLst>
        </pc:spChg>
        <pc:spChg chg="add mod">
          <ac:chgData name="Santo Mancuso" userId="4c3828e5-f1a1-4786-85a9-c04a7c1c1108" providerId="ADAL" clId="{594AAAB1-6839-4162-B8E2-4977AAFF43D2}" dt="2024-10-12T13:34:43.798" v="543" actId="20577"/>
          <ac:spMkLst>
            <pc:docMk/>
            <pc:sldMk cId="3996680583" sldId="261"/>
            <ac:spMk id="245" creationId="{EA28EB62-CD35-FFC8-103B-CC56DFE1B726}"/>
          </ac:spMkLst>
        </pc:spChg>
        <pc:spChg chg="add del mod ord">
          <ac:chgData name="Santo Mancuso" userId="4c3828e5-f1a1-4786-85a9-c04a7c1c1108" providerId="ADAL" clId="{594AAAB1-6839-4162-B8E2-4977AAFF43D2}" dt="2024-10-12T13:35:00.457" v="548" actId="478"/>
          <ac:spMkLst>
            <pc:docMk/>
            <pc:sldMk cId="3996680583" sldId="261"/>
            <ac:spMk id="246" creationId="{D60A6CEB-660C-2A9C-32C5-8F028CB36A90}"/>
          </ac:spMkLst>
        </pc:spChg>
        <pc:spChg chg="add mod ord">
          <ac:chgData name="Santo Mancuso" userId="4c3828e5-f1a1-4786-85a9-c04a7c1c1108" providerId="ADAL" clId="{594AAAB1-6839-4162-B8E2-4977AAFF43D2}" dt="2024-10-12T13:36:13.008" v="560" actId="167"/>
          <ac:spMkLst>
            <pc:docMk/>
            <pc:sldMk cId="3996680583" sldId="261"/>
            <ac:spMk id="496" creationId="{E9E7D55C-3CE7-642F-A18B-C28878703F93}"/>
          </ac:spMkLst>
        </pc:spChg>
        <pc:grpChg chg="add del mod">
          <ac:chgData name="Santo Mancuso" userId="4c3828e5-f1a1-4786-85a9-c04a7c1c1108" providerId="ADAL" clId="{594AAAB1-6839-4162-B8E2-4977AAFF43D2}" dt="2024-10-12T13:21:10.804" v="482" actId="478"/>
          <ac:grpSpMkLst>
            <pc:docMk/>
            <pc:sldMk cId="3996680583" sldId="261"/>
            <ac:grpSpMk id="3" creationId="{6BEED212-CFD1-6CB7-907C-987B1F65EE5E}"/>
          </ac:grpSpMkLst>
        </pc:grpChg>
        <pc:grpChg chg="add del mod">
          <ac:chgData name="Santo Mancuso" userId="4c3828e5-f1a1-4786-85a9-c04a7c1c1108" providerId="ADAL" clId="{594AAAB1-6839-4162-B8E2-4977AAFF43D2}" dt="2024-10-12T13:21:09.455" v="481" actId="478"/>
          <ac:grpSpMkLst>
            <pc:docMk/>
            <pc:sldMk cId="3996680583" sldId="261"/>
            <ac:grpSpMk id="124" creationId="{A14657B0-5BFC-70B1-83F1-840B3E80DB92}"/>
          </ac:grpSpMkLst>
        </pc:grpChg>
        <pc:grpChg chg="add del mod">
          <ac:chgData name="Santo Mancuso" userId="4c3828e5-f1a1-4786-85a9-c04a7c1c1108" providerId="ADAL" clId="{594AAAB1-6839-4162-B8E2-4977AAFF43D2}" dt="2024-10-12T13:20:50.782" v="479" actId="478"/>
          <ac:grpSpMkLst>
            <pc:docMk/>
            <pc:sldMk cId="3996680583" sldId="261"/>
            <ac:grpSpMk id="247" creationId="{8362A489-BEB8-9015-22E2-ED76EE4A3145}"/>
          </ac:grpSpMkLst>
        </pc:grpChg>
        <pc:grpChg chg="add del mod">
          <ac:chgData name="Santo Mancuso" userId="4c3828e5-f1a1-4786-85a9-c04a7c1c1108" providerId="ADAL" clId="{594AAAB1-6839-4162-B8E2-4977AAFF43D2}" dt="2024-10-12T13:20:52.763" v="480" actId="478"/>
          <ac:grpSpMkLst>
            <pc:docMk/>
            <pc:sldMk cId="3996680583" sldId="261"/>
            <ac:grpSpMk id="368" creationId="{8C93E880-4C16-E586-893F-00074484EF12}"/>
          </ac:grpSpMkLst>
        </pc:grpChg>
        <pc:graphicFrameChg chg="add del mod">
          <ac:chgData name="Santo Mancuso" userId="4c3828e5-f1a1-4786-85a9-c04a7c1c1108" providerId="ADAL" clId="{594AAAB1-6839-4162-B8E2-4977AAFF43D2}" dt="2024-10-12T13:28:14.396" v="508" actId="478"/>
          <ac:graphicFrameMkLst>
            <pc:docMk/>
            <pc:sldMk cId="3996680583" sldId="261"/>
            <ac:graphicFrameMk id="492" creationId="{C2E0A3C2-2E3E-2163-5B20-DCDEA3D45ED1}"/>
          </ac:graphicFrameMkLst>
        </pc:graphicFrameChg>
        <pc:picChg chg="add del mod">
          <ac:chgData name="Santo Mancuso" userId="4c3828e5-f1a1-4786-85a9-c04a7c1c1108" providerId="ADAL" clId="{594AAAB1-6839-4162-B8E2-4977AAFF43D2}" dt="2024-10-12T13:22:48.448" v="486" actId="478"/>
          <ac:picMkLst>
            <pc:docMk/>
            <pc:sldMk cId="3996680583" sldId="261"/>
            <ac:picMk id="489" creationId="{5F9B2C2D-AC34-593E-82AF-679811209747}"/>
          </ac:picMkLst>
        </pc:picChg>
        <pc:picChg chg="add mod">
          <ac:chgData name="Santo Mancuso" userId="4c3828e5-f1a1-4786-85a9-c04a7c1c1108" providerId="ADAL" clId="{594AAAB1-6839-4162-B8E2-4977AAFF43D2}" dt="2024-10-12T13:24:35.312" v="506" actId="1076"/>
          <ac:picMkLst>
            <pc:docMk/>
            <pc:sldMk cId="3996680583" sldId="261"/>
            <ac:picMk id="490" creationId="{9393C6E7-6223-73ED-3A1A-B0F7EA5E3378}"/>
          </ac:picMkLst>
        </pc:picChg>
        <pc:picChg chg="add mod">
          <ac:chgData name="Santo Mancuso" userId="4c3828e5-f1a1-4786-85a9-c04a7c1c1108" providerId="ADAL" clId="{594AAAB1-6839-4162-B8E2-4977AAFF43D2}" dt="2024-10-12T13:24:32.365" v="503" actId="1076"/>
          <ac:picMkLst>
            <pc:docMk/>
            <pc:sldMk cId="3996680583" sldId="261"/>
            <ac:picMk id="491" creationId="{4A4EC801-2AA3-11F7-A2B1-0473C760E234}"/>
          </ac:picMkLst>
        </pc:picChg>
        <pc:picChg chg="add mod">
          <ac:chgData name="Santo Mancuso" userId="4c3828e5-f1a1-4786-85a9-c04a7c1c1108" providerId="ADAL" clId="{594AAAB1-6839-4162-B8E2-4977AAFF43D2}" dt="2024-10-12T13:30:13.291" v="523" actId="1076"/>
          <ac:picMkLst>
            <pc:docMk/>
            <pc:sldMk cId="3996680583" sldId="261"/>
            <ac:picMk id="494" creationId="{DD60BAA4-2CFD-5C94-FC1C-78D4E8EEBD14}"/>
          </ac:picMkLst>
        </pc:picChg>
        <pc:picChg chg="add del mod">
          <ac:chgData name="Santo Mancuso" userId="4c3828e5-f1a1-4786-85a9-c04a7c1c1108" providerId="ADAL" clId="{594AAAB1-6839-4162-B8E2-4977AAFF43D2}" dt="2024-10-12T13:34:48.749" v="545" actId="478"/>
          <ac:picMkLst>
            <pc:docMk/>
            <pc:sldMk cId="3996680583" sldId="261"/>
            <ac:picMk id="495" creationId="{217313F2-74FE-E95C-7B5E-E14783D4A3EE}"/>
          </ac:picMkLst>
        </pc:pic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4" creationId="{56CE7483-B374-0841-9EAF-1C9141343188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5" creationId="{317A8D0A-1B0A-7A6C-6906-3815D5166BE4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6" creationId="{312BBE03-55FF-4CE6-5452-EBD91F52A525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7" creationId="{6387B5B8-80A4-4931-2B4C-33B0AA501F25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8" creationId="{5911ED2A-B723-7612-5C5C-760114770D5C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9" creationId="{F7074B76-FB07-075B-B3B6-6C05975B69A2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0" creationId="{2B24262B-1746-6303-79F9-CD973476776E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1" creationId="{103188B4-AF26-ED4C-CA33-FEB2A190D50B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2" creationId="{F9117392-5892-9A35-62A5-24D8A91CBB4B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3" creationId="{7F38DE8E-D981-3420-485C-FAF4E87E26C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4" creationId="{BCC29E27-452B-81C0-0159-4F01B2B2A041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5" creationId="{C7BCF487-F3F2-A330-1CF4-9BE1B1CB13A5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6" creationId="{5C1DA9DF-92F4-590A-FC88-22AA328D1E4B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7" creationId="{58B6A971-8349-58F3-8945-177A18054C4C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8" creationId="{9C41BC46-EA31-E41B-082E-20FFFB85A5EC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9" creationId="{D958E03C-0B44-2C3A-60E9-101064C944E3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20" creationId="{67261407-0528-7076-9121-B86D49FFB6E9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21" creationId="{2D31EAB7-7BAB-61EE-9312-29BCE682B17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22" creationId="{52BB930F-2AC6-0A05-B0F4-9C49AA490308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23" creationId="{CBEBEC43-3CB8-5A78-D5F9-861FDA358903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24" creationId="{AED6F8B5-A778-C4F6-5301-61F915492D1A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25" creationId="{D6A0606D-0593-AAB0-7A4D-ADCB8C831E03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26" creationId="{01B68279-56E7-6397-4231-A66E088F5651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27" creationId="{F6E84D45-8E9A-DF37-D7C3-436C3FCB7D19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28" creationId="{988F1A04-1B1F-FEEB-5313-A8F1206A520E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29" creationId="{58224326-D6A6-D3C7-93D0-3313013FD502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30" creationId="{75F891DF-FB75-48E8-5E1D-5194A1D25E5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31" creationId="{1AF15A57-69DE-A607-41ED-5E30217D9AF5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32" creationId="{893A9379-4C3F-DC03-D7B2-C6529A8A6FF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33" creationId="{84884AE9-B404-6DFE-05CD-18161BA166B3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34" creationId="{F1F2A9B0-C2AE-FCCD-ACF3-3CD31FD2D438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35" creationId="{1FF6250E-B21E-850C-6FB0-C9702A97553E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36" creationId="{45A25BD8-2D9F-BC69-1228-E2860C150BB5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37" creationId="{E180E37D-CD01-F270-2811-A47AF6426D81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38" creationId="{CB644482-962E-53FC-C6D5-C34A8284B604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39" creationId="{E58C7F58-090E-A6C7-C7F4-0F2C28DA0238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40" creationId="{8992FED4-71DF-B6F6-B1D7-B8BF92CA690A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41" creationId="{EAD4DD57-7ED7-D2E5-40A6-57A8B47246BD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42" creationId="{2322578C-64C8-576D-C6C1-19E044432240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43" creationId="{98F86541-A6C2-718B-684D-60FDC8D98DD7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44" creationId="{C58B0CF5-C3D9-B6C1-8B48-29D0C461E7B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45" creationId="{ECEFF016-BCE4-5062-A374-FC1D2047202E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46" creationId="{06AE6D21-3500-71CE-1F82-4F8880E42AF2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47" creationId="{2793FBE1-CAF5-4ECF-49AE-9ABB6912D8D7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48" creationId="{5B6E2FCD-C8E6-D1A9-EE63-5E649CD97373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49" creationId="{F4EB1285-75FC-F97F-4A24-B033BECE89CE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50" creationId="{693CA8EE-586C-567B-E3BC-E57130C72A5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51" creationId="{664B8FF0-A58D-9AE2-BF08-0B3982F06A5C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52" creationId="{D3BA2281-CBBB-C12B-9699-4F8B94B73A14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53" creationId="{AD397E5D-77BC-FA78-9ACE-6B5CEEC0938B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54" creationId="{377EC98C-8C8D-720C-C9FA-5D121AE42A51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55" creationId="{A852F113-F79D-96C3-E3CC-D7BE12D9391A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56" creationId="{15FFAAA3-8725-0F96-A0B3-667BE82A03EC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57" creationId="{F6DFBF38-B88A-6754-2AA4-AAEE7F3306A0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58" creationId="{7571CCCC-D639-654E-8FE5-3BBA0F35D638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59" creationId="{801C82E6-B21F-C780-F0A6-796ACD6FC854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60" creationId="{7B055FA4-3775-0179-1C1E-41B492368999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61" creationId="{85F12066-9687-E21D-649F-4B9422034C5B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62" creationId="{12BFD847-F9FF-DF6A-F1C6-D2700C32627C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63" creationId="{7B4D1F99-832C-476B-D5DE-2B6EB4B18DB7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64" creationId="{BF37AB50-67B4-47EE-27F9-30356D0610A2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65" creationId="{A2970391-D20F-916A-580A-16E51FC84953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66" creationId="{8B1EBFD4-D02A-3DD4-3DEC-75B359835890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67" creationId="{84EC677A-90A6-5650-68EE-99964356200E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68" creationId="{B2CB03D6-7500-C086-72CF-F83D032FD099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69" creationId="{EE0D51E1-89AE-B216-5D67-2F293C133C36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70" creationId="{AD86DB25-39A0-084F-664C-F9E93868AE76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71" creationId="{52ABFA77-08D2-D0CE-A98B-A8669885C34B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72" creationId="{062B0669-B350-D9F3-14F6-49304F3D6D9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73" creationId="{915C3B5C-2061-7ED0-5022-FB2CFE6B1972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74" creationId="{32467FA3-6260-B314-C70F-B45A3D62F06D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75" creationId="{1187CC34-E2FC-A74B-1A89-904417DCA1F8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76" creationId="{86B28C95-FEA8-E9BB-6C7D-329E4696C89C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77" creationId="{257CCE16-2967-7349-8A94-62895EE40735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78" creationId="{B9ED56AD-D44A-5CE2-5EAC-46117D67706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79" creationId="{C2D371AE-E6D2-6D03-E9B0-BA845AF0AD86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80" creationId="{3EA02C1C-5499-32BF-C329-DB0A85EB734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81" creationId="{4996C9E9-2019-4462-4E88-80C07270635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82" creationId="{4D68E13F-464D-D7B2-3336-043B85C906B3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83" creationId="{94E80C96-D742-01ED-408B-153EEA5C41C8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84" creationId="{D6A02ED5-5435-15CA-5F4A-920F67946D8B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85" creationId="{1FB31893-5F6C-BA66-93E5-12E69E4AE68C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86" creationId="{365B759A-B844-81B2-AFDE-A94BD0F4E9D7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87" creationId="{8095D4FF-7071-30E0-F89B-019FBA7642EE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88" creationId="{1228690E-E4A7-DFCC-962E-4B7607C856F6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89" creationId="{FF585DA3-698E-DEF9-BFD5-0ED47D5F8D99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90" creationId="{BA611722-93C3-B545-B175-C8C049DCC475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91" creationId="{EBF6F074-43B2-0830-7292-BD435CE09512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92" creationId="{91860AA8-26FB-5D47-3E7E-E44B866343CC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93" creationId="{0D784747-3603-3989-F969-13B75749AB29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94" creationId="{600316BE-DAE3-522C-06BC-01A7F5B761A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95" creationId="{91D3A932-4058-AB9F-2520-C056FAEA34DA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96" creationId="{F67C7E71-AEA1-3427-9096-BAFEFA4A02D5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97" creationId="{16CC7AB2-9654-FA02-4773-C50BA1657828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98" creationId="{56AA19C9-7A49-36A6-790C-09A37C2B00D3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99" creationId="{08F9C63C-5EC8-52C0-C536-4D0029B2863A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00" creationId="{AEBC55F7-877A-963C-7769-2293B5F4E4DA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01" creationId="{5E1B1CAE-6725-94DF-9AD9-B09C8FEA3D18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02" creationId="{E4A7D5BB-755D-2A48-9EB4-749B596B1986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03" creationId="{253CB323-1B85-3557-EE49-9672389975C2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04" creationId="{328BA25F-0C09-5123-0DEE-49C1177C26A4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05" creationId="{2E32D070-419C-D1C5-5F39-7540A3BB946D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06" creationId="{A28C753B-8F17-8AE2-8E21-AD689C3E0BA3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07" creationId="{27E6C90F-F0A7-D287-CFB0-8E4DE5D78A62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08" creationId="{DF7FAA1F-3D9C-53C4-4CB0-1C72019B9B43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09" creationId="{3B07A433-6926-39DF-5FED-44A21102DF7B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10" creationId="{31460DDC-4720-F3AE-251D-14E9FC43A76B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11" creationId="{A2022A4E-B00B-9774-E03D-C55A639C4073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12" creationId="{3A28CF4A-A70A-2302-271A-81BAEBBADDD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13" creationId="{433D5F4C-BAE2-4BC1-F504-FFEAD1CBF74D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14" creationId="{105D1DEE-7735-5651-0018-E49E962D063F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15" creationId="{0BA48B86-D7ED-CDB6-E6D3-15B84C1D358B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16" creationId="{89B7A509-997E-1865-80D8-F1D0CD6A0F39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17" creationId="{EFBED948-3E10-FBF4-F090-6F31AE89AF4C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18" creationId="{338500F7-049E-78D0-2022-509098FA6B8D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19" creationId="{F41A6EC7-08E8-A81C-6B6F-8C383B6EC366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20" creationId="{99665ED0-CD0A-6A65-47BC-500BD44660F5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21" creationId="{BF8432B7-0D78-2269-065B-3C879FC9F86B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22" creationId="{D4FCB7AB-4D8A-26CB-DFB8-3C838F3ACCE1}"/>
          </ac:cxnSpMkLst>
        </pc:cxnChg>
        <pc:cxnChg chg="mod">
          <ac:chgData name="Santo Mancuso" userId="4c3828e5-f1a1-4786-85a9-c04a7c1c1108" providerId="ADAL" clId="{594AAAB1-6839-4162-B8E2-4977AAFF43D2}" dt="2024-10-12T13:04:12.159" v="420"/>
          <ac:cxnSpMkLst>
            <pc:docMk/>
            <pc:sldMk cId="3996680583" sldId="261"/>
            <ac:cxnSpMk id="123" creationId="{40BE50E8-2AAE-BE4C-C4CC-CB72AB250E75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25" creationId="{4EF86801-8021-7891-DF9B-EAC7A2A445B3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26" creationId="{1D155074-6B40-29D5-9444-E1814916A552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27" creationId="{3F8997ED-CE87-E0E0-B037-06501EE54463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28" creationId="{615ACDBB-C053-622A-4AAA-FE7F75762359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29" creationId="{5BAE962C-DEC2-0437-0242-66341875F18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30" creationId="{B7FC02B2-42B9-73A2-E5B3-32312F4AAE3A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31" creationId="{79C364BE-4917-4A8C-6E04-B9D7A0F318ED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32" creationId="{393EF673-5F5C-E847-6CA1-29EC5773F5AA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33" creationId="{80D8B1EB-883A-8040-6BCF-830188F2A0C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34" creationId="{8AC6E690-167D-790C-BE57-4D5CF0157C27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35" creationId="{BF70B149-A65F-58E1-935F-2A8C506A66E8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36" creationId="{DEC0C4A6-051E-8F30-26E3-6B8312B9D14C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37" creationId="{0120C57D-7605-E34D-8418-BF4A3C9824D9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38" creationId="{61E43E09-AC5D-A763-4603-9A537F09859A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39" creationId="{8C18042B-F139-EFC2-36DE-EEFE2142D2F5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40" creationId="{8B21BBCF-26D1-6796-2B7A-BB12CABFC304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41" creationId="{E6945CB4-AFBB-3AE4-9690-92E9D37A84CE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42" creationId="{94864366-B770-C629-2E07-5543148C3983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43" creationId="{7BAF86CB-757D-A7EB-B8D8-6F846AC5C730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44" creationId="{137B2182-6872-EA45-786F-1E32F9FC9312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45" creationId="{00479060-5602-2969-9B55-7E24ECB500DF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46" creationId="{AD098389-F3AF-BE56-0903-0712719A2DB0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47" creationId="{C5B6D588-0C98-6910-A46C-027718BD844A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48" creationId="{0A791EC7-FD46-809D-53D5-3E20E74960DC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49" creationId="{398DC537-955C-185B-BEF6-8FFC72ED198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50" creationId="{448C836A-81F1-478E-4426-0EE93E7F1070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51" creationId="{36FA245B-CE93-F573-F5F3-ED44DE39194E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52" creationId="{F5F1321E-F838-135F-CA39-FBF31EB66AE8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53" creationId="{AD4DC3F8-0374-97B8-7BA3-8ED558E18D74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54" creationId="{F9FB679D-1D99-1301-8C61-78C6093F45D0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55" creationId="{E8C76365-25E2-4687-EB8E-D53F12BF621E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56" creationId="{B63369E1-788A-D6AF-95CF-AA722B70EBC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57" creationId="{8CBF2A6A-5511-6E32-F0E9-77CE609F9B78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58" creationId="{4233CBCC-3F58-1312-1C06-C2C9819A81CC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59" creationId="{C574F892-6D62-9516-38E4-FB4DD2C41BE5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60" creationId="{0CD68AA7-FE89-8F2D-53D1-B55A2814C152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61" creationId="{B73A3F8A-422E-B775-7488-BADA903F9D15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62" creationId="{4CC6E7B9-6CF7-493E-9253-6EDC40DCF622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63" creationId="{38667365-132C-ED1B-5A35-BBF6351778B0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64" creationId="{9309F6A3-8C2E-CF83-E664-B292DF9566D8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65" creationId="{5BF9E216-7954-5BF4-53F6-2E7B0DF640B7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66" creationId="{3D20F866-8718-62DD-C767-8C7B1EBF6740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67" creationId="{76A2FC27-1952-EBCE-E3C4-E7F220EB8E29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68" creationId="{FCCDA9F0-C8B1-AC21-B0E0-19F685B0D106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69" creationId="{B4B699B2-B537-B96E-2A3E-4669811BA43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70" creationId="{8DC1C13C-6E61-F7A6-CF47-05C3953C843F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71" creationId="{13E67C77-E460-AC12-8B8B-5CF19C1C930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72" creationId="{2273776B-B9F2-C63F-FBEC-AE309B544BF2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73" creationId="{71CEA608-4222-80CB-0411-9CAC06155178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74" creationId="{1CC77223-0B05-EF25-2800-9A9863526DF4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75" creationId="{2F91F7D1-0EE0-8077-3733-04B2EB30012B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76" creationId="{9BB8C10B-280D-3210-506B-3C70A09C95D3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77" creationId="{C6C62C61-FA03-15BA-41BF-6BF1680EECC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78" creationId="{D06E2C6E-A266-E04C-8700-0A708EC1E122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79" creationId="{04CE3E38-5D10-71E3-316D-E7E704D6005D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80" creationId="{1160B6B5-7658-72B6-148B-AF3AAF93BA10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81" creationId="{03D00CEF-A528-1F1E-AA4A-78E7B235396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82" creationId="{E1582E10-BE14-5D3D-8189-C0C66990A6B4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83" creationId="{AEA2AD2A-430F-3FA8-1F44-8BA45B2DC2FA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84" creationId="{E0D55239-2E42-9EEA-507E-33C81E74556C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85" creationId="{82B6FDE0-3C5F-35E0-2708-075DA79A3018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86" creationId="{4A274E82-E726-59D3-6DF1-274AF870B014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87" creationId="{EEC276B7-43DD-1948-221E-CA405D30EE4B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88" creationId="{DF775FC1-00D4-EF09-335E-807D616BA79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89" creationId="{B12912FF-38F4-D20D-9BFF-1E35E9EC3FF9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90" creationId="{93A7D99F-6D95-97BE-DC9A-62AB2FA6643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91" creationId="{1581E212-5DAF-A27C-B507-F4BF35456D9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92" creationId="{68019F51-BA9C-0715-958B-A0198AC73722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93" creationId="{CDD84796-C7F5-29D3-FBC2-E5661E98D8D8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94" creationId="{3B8A21E2-B2DE-6DC3-8CDA-677ACAF3B299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95" creationId="{039BBCD3-B1B0-C64C-A20B-02DBEFA4BA1D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96" creationId="{F22978C7-E3AB-7986-EDA3-26AA08C87D4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97" creationId="{A08EAD3B-30B8-61A0-EA6A-E82263D0FCF5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98" creationId="{8B03FA19-6801-E847-041A-8C75A07D4CF4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199" creationId="{28AACA1D-A0AC-7A49-CBA6-3E3C29242592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00" creationId="{EB865560-66E9-1CAB-4A9E-8840EDB2404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01" creationId="{A90FD451-7B5B-3435-B65F-BD1A67210F1C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02" creationId="{E12BCA7F-B1F3-0960-31F4-743B492C11AA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03" creationId="{E0661C46-C0B5-B571-A928-DD3214CB7E9E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04" creationId="{37C47765-A069-438B-9D6D-A87B71A8B36A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05" creationId="{D40A221A-C87B-46E8-6D37-BCE60769E0CC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06" creationId="{7A591503-1195-2892-D942-9312F6206F3C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07" creationId="{17E2B71C-4FFF-E730-C23E-ECD63BA876E9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08" creationId="{4DE7A37C-5A0E-A29E-A9D6-D78624DD7D0A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09" creationId="{9E402BF4-6D0D-8FE4-B802-EDEAEC15B00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10" creationId="{D3E7503C-F53A-F34B-5CF7-44C6E6825794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11" creationId="{650F86B7-326C-E894-61AF-4FCAD2E0A093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12" creationId="{56465811-A1F2-62F9-60CA-B59CB056B1AC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13" creationId="{039B735A-8243-4C65-F61E-487B2304D709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14" creationId="{B8A71495-8088-4433-53BA-C3918009D637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15" creationId="{64C705A1-6112-48AE-E040-5AA165DBCADB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16" creationId="{85DC692A-85B8-B5F0-D4C3-84FE83B7477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17" creationId="{FE9100A6-9924-C647-2E38-144C027DD285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18" creationId="{59420B47-3FA5-D512-34B1-F4A61B9931B2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19" creationId="{264BF160-3768-2F23-F6D3-BB920505A927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20" creationId="{D1F2B73D-2C79-B8DE-24F4-FAAA6A6C4968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21" creationId="{AB6DB6FD-3865-52F4-7E36-8ECCD102A964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22" creationId="{FF13CE99-4175-75ED-B000-DFDD3756CA60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23" creationId="{DE4F506B-510B-E429-768A-833BC11111DB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24" creationId="{22234ED4-9568-F981-2A08-D4B28D4966C0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25" creationId="{179FA5A0-2165-90F0-F334-9DC481177612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26" creationId="{17B717E1-CF44-FA57-3D6E-38DD9A7BF059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27" creationId="{AF036304-5BE0-C994-113E-040F1949CC76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28" creationId="{B15608A7-E2CB-D76F-015D-203CFFECE418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29" creationId="{F4F371FE-372C-D362-4564-A3C71E073907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30" creationId="{D766D824-21B5-0258-A3E6-968526599B0C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31" creationId="{80631188-BA4F-5859-B177-00F34ED4AD2B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32" creationId="{325F4480-D588-03F8-18FF-62C74D9114E4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33" creationId="{5B00E222-A0D6-0936-D2B4-F57399C38DF6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34" creationId="{9579834F-7726-07F5-E51B-4DD7B7066C77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35" creationId="{77FAEFE3-7980-C4D1-868E-F6C8843B030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36" creationId="{D2D3565C-332A-260F-EFAB-9BAE05E8DA21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37" creationId="{2E8D2850-61EF-405D-AC59-BFEC55F39940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38" creationId="{895AE0E8-A405-1B97-E34E-E1A1AFF13BBF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39" creationId="{98AA2DC5-A624-C8CC-5A34-796D1F38C4A5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40" creationId="{CE349B10-4E90-F0DF-DE17-A5D2C11F90CB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41" creationId="{990D8B59-6194-5C62-6953-27083FC7593B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42" creationId="{0F3142B1-3F0C-44B7-75E1-0D8F8F242449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43" creationId="{7CB80DEA-7A66-7B5C-D83E-98D7B9258058}"/>
          </ac:cxnSpMkLst>
        </pc:cxnChg>
        <pc:cxnChg chg="mod">
          <ac:chgData name="Santo Mancuso" userId="4c3828e5-f1a1-4786-85a9-c04a7c1c1108" providerId="ADAL" clId="{594AAAB1-6839-4162-B8E2-4977AAFF43D2}" dt="2024-10-12T13:04:22.065" v="422"/>
          <ac:cxnSpMkLst>
            <pc:docMk/>
            <pc:sldMk cId="3996680583" sldId="261"/>
            <ac:cxnSpMk id="244" creationId="{CBC610FC-5F8F-F3E5-FE37-2F3C5622676D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48" creationId="{3E684EC5-7CF6-CFFC-CDD2-92A92469F774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49" creationId="{DA58D129-8140-451A-1DD2-BC9CCFAB625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50" creationId="{A01D02AC-F7D0-092A-4157-8685801A4D74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51" creationId="{42A0B9C1-A274-053A-DB9D-35327C28DB0B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52" creationId="{573499AA-256B-6842-FA2B-FAC414CBC0C6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53" creationId="{9DC25D43-6B9C-C8D3-BEFA-CFD8DBAF2A19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54" creationId="{A23CA81C-161D-859B-53F8-3A3EB50678C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55" creationId="{5C725B02-C4B4-DDF7-3C74-01B5C1F38528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56" creationId="{D5E93057-3C26-AE4D-1BC7-87DA2B7BDE4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57" creationId="{BB97DEFD-38B9-856B-5BEB-868981757884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58" creationId="{669BAC04-1076-225B-2778-A16E083A8344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59" creationId="{091BD930-B149-A5CC-C3C7-1F2D614DF2C5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60" creationId="{6CDB8274-FDC7-9AD6-3FAF-AEFC5232D070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61" creationId="{FC27F1D8-1404-A54B-8E32-87BF4B1D853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62" creationId="{C0FD5DC6-E487-26B3-AD0E-F86EDBBA09FB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63" creationId="{0A64BD0D-CF89-2901-A03E-D57CA7180D7E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64" creationId="{F1258F0F-5859-EF80-03A1-8A31F7440CD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65" creationId="{5D406B1B-1B61-DA19-E1B8-539ACC16B8E2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66" creationId="{E0CF6D51-F9D0-4057-7B1C-260FF560542D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67" creationId="{20601228-EBA3-95F9-CBA7-2A53FD4C7A9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68" creationId="{6CA8C6F3-11C1-FDE3-A316-809C8CF48CE2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69" creationId="{E84C1D2B-A2AF-9C54-6E85-329CE667D1E5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70" creationId="{0975B4E4-A74E-0F3F-BCDB-D6A89539D77D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71" creationId="{3153A575-F44C-F532-8896-93870ADB089E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72" creationId="{7AE2A93F-3F8C-CF3F-8821-FC272E3F4779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73" creationId="{75D334BC-7897-1621-702C-5A929B8586D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74" creationId="{5BA2C285-E9B5-8DFB-DFAE-DCCA1E3C3127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75" creationId="{A3AEAADD-861B-5068-EE65-F3B3253FED4D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76" creationId="{CEF26187-BD0D-BA58-F0C7-F9D74D9B4EB9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77" creationId="{8BE55E5B-7840-25A1-DC35-9060CBB29CEC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78" creationId="{BEB0EC99-8BB4-E0E3-1D66-C2C85328BD6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79" creationId="{F0574B40-5205-181E-CD34-B100648E7A2C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80" creationId="{677400CD-A250-E1A2-AC54-97B69D87A8C0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81" creationId="{7A69EAF8-5D4A-A943-4FBB-FDBEC1D36288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82" creationId="{D8F5B5B7-8B6A-0363-9CA8-E58FBD0AFAE5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83" creationId="{6F218E4C-1CFF-70B5-C3DB-3F6252C71298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84" creationId="{F69490DA-DD1E-51C0-9287-B0E4625EFC2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85" creationId="{9F3085AE-5527-ACFE-30D5-E3834B2E207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86" creationId="{BCA036F5-456F-A2E7-9578-B8E93EDCF8C7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87" creationId="{B8886097-CAB0-7710-7B1D-D9A4AA66033E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88" creationId="{CB0613FE-F27B-B622-FE03-330B3FEBE8FE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89" creationId="{9F00874F-6B7A-08A8-2D46-FFB73367C5E5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90" creationId="{4B3FCA2C-BB9E-909A-8CDD-518063415D0A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91" creationId="{89249685-A241-92F7-C58E-5ADE31C68232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92" creationId="{41E66EB7-4491-FF40-C82A-C4B457DF26F0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93" creationId="{CED4358E-6EEF-2CB3-A6A8-1E2B4D1E9B6C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94" creationId="{0A69B815-5B79-B1C7-2C58-18DB0C56FB6B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95" creationId="{EBCC2791-4E0C-F237-DEBA-0D975929D62D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96" creationId="{4FD76320-C5E7-825B-AFC4-810FF2688279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97" creationId="{10E36B98-9460-76F9-5BB3-FA421AA8FA80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98" creationId="{4F841D63-8101-7DA6-6992-696763776DD8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299" creationId="{19ECAC02-4034-5F5D-A2ED-27697BD22F4C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00" creationId="{2784AA9C-0515-6F39-5168-E138172D59CF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01" creationId="{48EA8A98-9409-E2A7-EF83-ED5B9E65017F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02" creationId="{C725451C-2496-FF6D-5403-A607276251A9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03" creationId="{CABF5095-38EA-8887-9701-A774FE43905A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04" creationId="{7BA9EE14-0BBC-A880-7135-2E9DF3070F76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05" creationId="{8D25E355-FF3A-47CA-1262-F7E6D4A91920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06" creationId="{A050CEF0-ED05-3289-1A31-B855138C8A2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07" creationId="{9E712FFB-37F0-102D-D515-3CAD0C52F2CB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08" creationId="{7481CC83-6F73-3941-095F-26F3AE952DB7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09" creationId="{93FA6A26-6ADD-8563-A2A9-005937382C34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10" creationId="{2D3D2AC7-B684-6B4B-5622-BEAEC68E6217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11" creationId="{E728908C-EB5A-F3E4-5F98-CB5D8B249C35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12" creationId="{A9C88624-346D-B62E-A8FD-D6E431C0B74A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13" creationId="{A3F5C8B2-352B-09B0-59C2-6A8C96B3916A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14" creationId="{C773F206-DD5F-5022-080D-46027750CF48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15" creationId="{C27BF76E-1359-E40F-BD4B-B469D5132BE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16" creationId="{8BB7A0EE-46F8-151F-A43E-0781F7A8910A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17" creationId="{A0D021AB-CF36-FD20-221B-812EB0B2247C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18" creationId="{6104C609-8EBA-EA08-2A73-AE608DB115AA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19" creationId="{71BD9D4E-D782-F347-A6B7-93445B6403C7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20" creationId="{9A6E5C25-7BEA-5094-9287-486B862D3E06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21" creationId="{78D52678-0A70-7D5F-E1CE-ACFEAECBA48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22" creationId="{D3C70636-2584-52DB-DC2F-4B88358F71C4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23" creationId="{D3EC4017-A4E0-A598-2F1A-8685A1F30FDB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24" creationId="{D36DA12D-23DD-1168-7950-499AA269CB12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25" creationId="{5D3B9D47-33F8-F27E-A188-5670EDAB9D1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26" creationId="{B6D4568F-28C4-F3B6-98E5-EA01154F59B5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27" creationId="{912BFED9-33AA-4F31-3C10-DB30845715C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28" creationId="{1005B22C-0F09-5E6D-D9B6-AAC5A2B59676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29" creationId="{83E916E5-7AB2-0F87-F3F7-5B12FFB26484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30" creationId="{34F5D030-16EB-5902-D517-936AC1C37C34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31" creationId="{AAD53153-6D76-D7DB-1D77-AA6A75E78AE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32" creationId="{2D4F1F0A-642B-FFF8-006F-308E1B1D36B0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33" creationId="{AD126F05-42D1-E0A2-1550-597AC36448EB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34" creationId="{1840B6F3-76A5-9436-1C10-4A3F3638EFF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35" creationId="{E61A8420-F735-1E92-05C0-FF3C3CF41982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36" creationId="{7AE3E2D0-0AF7-EA87-3F97-A8A79B4EEFDF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37" creationId="{C374D907-9996-0B6D-176D-C7229729934B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38" creationId="{6CFCA18D-611C-DE1D-91FB-E34A8CA3BCE2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39" creationId="{31FBD254-036F-C580-2CB1-F16492EA15D2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40" creationId="{48D525B1-A14A-7B55-6B2E-64243FBDFB2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41" creationId="{30D06990-A2C8-DD0F-927D-2749C76AAD4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42" creationId="{BBBD6B3A-5DC5-2831-AC31-59F70DC4D09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43" creationId="{9AF76026-7713-26CE-9BD5-A1378A3D445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44" creationId="{8993D916-C68C-B456-EBE8-19DC29A18464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45" creationId="{E4A15F28-C51B-00A5-B7DE-2D3ECCE5D9C4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46" creationId="{B9787A04-CE0D-6425-EB27-53EE7A0FBE00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47" creationId="{ECD8CE4E-C50F-463D-F66F-72F68BF8673B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48" creationId="{8CB6A079-89FD-0E68-B8D9-7F60316FAA5B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49" creationId="{82F1F483-431E-4945-621E-FB36A12D9FD9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50" creationId="{9E4DC16D-E828-33E5-BAC2-CF68734673A6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51" creationId="{68AC08E0-88D5-86BC-E785-6F849D87870B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52" creationId="{5A0509C5-6872-7EE6-7B34-9312DDAE2D0B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53" creationId="{1761FD19-F9B5-42AD-02CE-9ACE3E602D9A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54" creationId="{D58E6451-20C9-F6AE-C755-EFF7981DACE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55" creationId="{58EF68A4-E621-1A1B-84C7-1FFD290C4A46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56" creationId="{FE1C933C-1AC3-6299-0DFC-6945618C1C5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57" creationId="{8722ABBF-30AF-8976-F17F-8E1FBD529650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58" creationId="{EE28E03D-6681-236F-F9EE-B86FBE96FBC3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59" creationId="{71CD2BA5-47CA-E4CD-2F99-CF185D6F3472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60" creationId="{A4755957-CA4E-73D4-B87D-8AA6BE3409EE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61" creationId="{5AAA10BA-9E60-ABB1-63C1-24B6844B3FC6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62" creationId="{3BC82E97-6ABC-7CCE-36ED-3C48BBD5E5D1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63" creationId="{0701F136-88B7-86E6-ABC3-B7613A2FAB57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64" creationId="{49F22236-63CF-2060-C379-0800A54A8B8D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65" creationId="{42D5F564-1118-AFF4-8E95-EB4A4D534E09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66" creationId="{B2248C1E-17FB-4F92-3F9A-326A5F174B3C}"/>
          </ac:cxnSpMkLst>
        </pc:cxnChg>
        <pc:cxnChg chg="mod">
          <ac:chgData name="Santo Mancuso" userId="4c3828e5-f1a1-4786-85a9-c04a7c1c1108" providerId="ADAL" clId="{594AAAB1-6839-4162-B8E2-4977AAFF43D2}" dt="2024-10-12T13:19:37.810" v="460"/>
          <ac:cxnSpMkLst>
            <pc:docMk/>
            <pc:sldMk cId="3996680583" sldId="261"/>
            <ac:cxnSpMk id="367" creationId="{D75C6A2E-D6DF-1B76-FAA0-F926387AB205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69" creationId="{C87387E5-FFB9-A0CE-A133-A054C3B77076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70" creationId="{8C77F27F-3CC8-160B-722C-32D65BD0C500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71" creationId="{DF18D7E1-2792-887D-F8AB-A128C2EEB370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72" creationId="{07900C5B-2CEA-DE8B-211D-86E1372D537C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73" creationId="{D96EF157-F01A-D78E-46AA-AEF2E4963618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74" creationId="{EDADF914-7FA3-3E79-EEE1-FF1B363FC6C0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75" creationId="{D4D734AA-55A7-1634-C27E-FA6DB8330E84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76" creationId="{E3A90722-ED7F-28DB-02F9-C349600A28DB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77" creationId="{2B4A3061-984E-0451-71F1-1B393C2E1F1D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78" creationId="{9B6C9570-F9C0-CCD2-C2F7-30ABAD627AA1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79" creationId="{950BF6D8-0642-D7F3-1F68-A447A9C0FEBB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80" creationId="{C6608969-D9EC-5F54-0625-1C0C673981D8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81" creationId="{CCABB0FD-AAEE-CFFE-2AC5-901FD25AFA63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82" creationId="{CADADBB3-20CF-383C-2B19-F8D4D7FDAE96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83" creationId="{7247843E-C1D0-F2C3-250C-73F5A066E445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84" creationId="{2203B026-1A1F-53D4-9F47-C7C070B97840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85" creationId="{9D300831-6320-BAFE-554C-315A55A4C717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86" creationId="{636584C7-DB19-2147-83F3-291D6808F0FC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87" creationId="{D6EC5252-8D50-CB95-9199-EA81C4303014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88" creationId="{3D6940C2-AD3D-FD8D-CA13-8450EFC24A84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89" creationId="{BB2B1930-1EA0-57E7-AA5B-5BDBDF3A5CE9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90" creationId="{574A8DA1-CE98-108E-F673-AD924C017D8D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91" creationId="{23C86723-0F13-B538-5E92-33E350E06DB9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92" creationId="{3B90DF5A-FF66-2BB6-1B03-A443559DEC47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93" creationId="{64B4A97B-455E-55E0-454F-5E0DF1DDA170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94" creationId="{30621ACD-F927-D574-AAA5-1995AA44355A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95" creationId="{3EB1BE9B-03D5-FECB-5865-3AAC35DE5885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96" creationId="{C493A6B9-6BF7-E95D-E7E3-8332E29DD802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97" creationId="{CA7B712B-FFB8-97D6-C6ED-D604FBCE4868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98" creationId="{7AE4A568-C782-9E83-2E87-0C4E07E043E4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399" creationId="{57EB67EC-311D-1667-ABE2-2AC0C6218DF0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00" creationId="{1F1A03A8-6E1E-5C75-CF4E-57ACA13C098D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01" creationId="{77C31AE1-75C0-F283-CA95-EDA11DF48010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02" creationId="{FD7C450B-6008-4327-4CCF-470D821D2040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03" creationId="{EFA6BD7A-764F-AE52-FEFF-C4B72F55722A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04" creationId="{2EE312D0-0471-6A87-3450-040D85F52CBF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05" creationId="{07EA01D6-6A66-7C8D-0235-F5AF0B929FAB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06" creationId="{E917287C-179A-4E40-D40D-1236DA605A2F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07" creationId="{CEC892B4-595D-737C-E1D1-C412FDF8BA0B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08" creationId="{58F80A40-3C87-1A9B-556E-C11B208FAFBE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09" creationId="{C8B2CFAF-61A4-B8F8-1196-31A8CBD71DA4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10" creationId="{FC4F6606-AAD8-A002-88FE-05195B96CF3F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11" creationId="{EBB265B7-39A3-AEDE-E9FD-B152D017EB86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12" creationId="{0733803B-B7B3-BD6D-376D-F7B22D94ACC9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13" creationId="{E430F931-8B78-ECC9-6908-3948CBC84F8F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14" creationId="{2F591726-4090-E59D-D5FC-A46DB35A86E0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15" creationId="{9E5BA655-D469-1B23-1EF5-B6EB29A20116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16" creationId="{6063DE68-E7F9-9186-85A7-A418775484EB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17" creationId="{F47107D6-1FBD-3631-3EED-5C4F67CD64AC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18" creationId="{1EBEE8C7-24D2-D9B3-26C4-F28CF658DC0D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19" creationId="{06F363CB-B7AE-8F5B-0ABA-25B8B31C5566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20" creationId="{B0C0DB0C-14F1-9645-9990-A323B96C0DA9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21" creationId="{8433D5F2-288A-C3B5-277A-F5C15DFD8DDE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22" creationId="{0B815057-BE03-05FB-C382-6995FB6499FA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23" creationId="{B70FD89D-5342-4498-949A-347ECFC493CC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24" creationId="{EFD2443D-16EE-4908-E237-38DC023DACE8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25" creationId="{DDA3A8AF-EB44-D085-ADFE-3A7276D0D833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26" creationId="{22EDA329-4173-15F7-3475-2FE5DC31C17B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27" creationId="{A92429DA-418F-95C7-DDDE-E0F35E915CF1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28" creationId="{F5E357B4-A48D-952F-AF3B-DF07F1186188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29" creationId="{4FB5DAF7-8CCF-2AF5-BD2E-CAE4BDB1A0F6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30" creationId="{C084E34B-FF87-A8C1-2F9F-FCBA5CBE592E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31" creationId="{7441B2DA-0E6C-8B16-C4F9-E05CBCE5149C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32" creationId="{A5D7E150-DEB9-A0B1-6D2D-156A7308836D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33" creationId="{806D14FE-B662-656F-EE7E-B5A222ECB954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34" creationId="{5F713755-AEA4-FA9A-8EF0-88CEC2F801FE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35" creationId="{88034E65-024A-280A-B91E-E0CE6A88D8DB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36" creationId="{4E861733-C126-C092-8843-90D733ABC1C0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37" creationId="{719D8BA5-1B24-3F01-1EE3-4F60DBDD12F8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38" creationId="{CF414677-CAB2-964E-ECC5-5E9DEDE15F45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39" creationId="{6DCA852A-1289-6310-09AB-7F54DA1DB9F0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40" creationId="{6671B7AE-DB32-824E-CF63-E267EBFD0FB5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41" creationId="{6E240608-E20C-F6DC-E355-B6D5A02A191D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42" creationId="{9B7AFCFC-377A-842F-9127-53FA63CF810A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43" creationId="{37D6933E-9A5B-4218-6A12-7293D63097CD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44" creationId="{ADB4A6CB-044A-D4DC-085D-BE161AC1768A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45" creationId="{09774850-5590-0C43-0C1C-E9693B80843F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46" creationId="{98BD10FE-5B75-A8AF-C9FD-307DF0068EB7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47" creationId="{3E651EBB-B70C-9E42-DFC8-F76A39B0CB8C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48" creationId="{97C71576-8B36-8EC8-DD69-C752C9E28671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49" creationId="{2CFB174D-276F-1F51-52FA-CFD9EDDF70A5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50" creationId="{C0EED62E-6F7B-DEE7-C59C-0A6C6302B68D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51" creationId="{5F0CC11D-317B-7EC8-2441-BD96BFFD80DB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52" creationId="{3F55E11C-2253-D4C1-579E-FDFBEB4E62FA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53" creationId="{EED8C5E0-BC88-016F-367A-5718C1C35B86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54" creationId="{E24771EB-CD4F-AE3B-5A0F-D8F00AD75118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55" creationId="{C53A4472-C619-E4D0-4FCE-93A083FC5A4C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56" creationId="{CC4F10B3-B6AB-FA5B-45C3-8B98EBE5331F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57" creationId="{F6099469-446E-44BC-50F4-A6A7C9AEE24F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58" creationId="{8CC27DD6-528F-7622-EDCE-CFF91E92366C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59" creationId="{1A0A9823-BCFB-91C2-E1C4-02FA6EF2C00B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60" creationId="{55F3B4F4-4197-6091-75DA-2DDE5AEA9B23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61" creationId="{CC073B21-F89E-AB0B-5172-2285224EFF6A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62" creationId="{2599C463-0030-9026-1FF1-6D358F6D5A92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63" creationId="{512B4F0B-1356-2E8D-F658-56C734CF4791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64" creationId="{A1C07DEE-75BF-3163-BF73-6F71A14A57C9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65" creationId="{5CDFDFBC-A06B-7CFC-9856-300446272884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66" creationId="{A808771B-FBF7-7E9F-2E4D-EF191F1C0153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67" creationId="{A6BEC801-C9BF-889C-8DA8-AAFD3043C578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68" creationId="{44DA1CAF-5018-BAD7-6A6F-0746EE33E693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69" creationId="{4CC429E5-D8B6-3C4C-ABD7-DBB91AD7598F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70" creationId="{2F2165DF-CA42-1C51-338E-5D81A4FAE575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71" creationId="{5B0A51E4-3FA3-697D-3930-60F7DE778BC1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72" creationId="{FDA37554-04D4-977F-9404-2D85926841BC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73" creationId="{0C0A7489-81D5-F937-84C4-3EA5478C2D1A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74" creationId="{F16ED4DC-D776-9D81-3975-73240C0049A9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75" creationId="{DE8D1CBE-FDDC-5F22-D25D-B78868ADD193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76" creationId="{9602185D-6FDE-1CB1-E83C-46974C30A755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77" creationId="{263BAAA8-CD1B-F48F-523F-7D1951A1BB4E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78" creationId="{2261FC38-4DA7-6048-26AB-FE78B5A6437B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79" creationId="{005C57EC-F9A1-E5AB-563E-F0494D77C246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80" creationId="{00C9E784-286A-8D37-F31B-945B5D69A9B8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81" creationId="{619EE0E4-7D69-7FFF-585D-57C526D60E86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82" creationId="{8589779D-74D0-0CDB-4589-500E05EAF873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83" creationId="{D6D40B36-D12C-B827-09D7-C72781417447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84" creationId="{D1C01820-2351-1F2A-D5CA-9BDADF32489D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85" creationId="{4681E27B-3759-8128-EE48-C12D444D315D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86" creationId="{AF414A1C-4DF7-DDF1-0245-6514795AD4A1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87" creationId="{B0197BDA-7AA2-181F-7ABA-E313CD1E6C0B}"/>
          </ac:cxnSpMkLst>
        </pc:cxnChg>
        <pc:cxnChg chg="mod">
          <ac:chgData name="Santo Mancuso" userId="4c3828e5-f1a1-4786-85a9-c04a7c1c1108" providerId="ADAL" clId="{594AAAB1-6839-4162-B8E2-4977AAFF43D2}" dt="2024-10-12T13:19:48.692" v="465"/>
          <ac:cxnSpMkLst>
            <pc:docMk/>
            <pc:sldMk cId="3996680583" sldId="261"/>
            <ac:cxnSpMk id="488" creationId="{8B5CBE4C-4D19-C705-7075-85E067880051}"/>
          </ac:cxnSpMkLst>
        </pc:cxnChg>
      </pc:sldChg>
      <pc:sldChg chg="add del">
        <pc:chgData name="Santo Mancuso" userId="4c3828e5-f1a1-4786-85a9-c04a7c1c1108" providerId="ADAL" clId="{594AAAB1-6839-4162-B8E2-4977AAFF43D2}" dt="2024-10-12T12:49:45.145" v="202" actId="2696"/>
        <pc:sldMkLst>
          <pc:docMk/>
          <pc:sldMk cId="4060799499" sldId="261"/>
        </pc:sldMkLst>
      </pc:sldChg>
      <pc:sldChg chg="addSp delSp modSp new mod modTransition chgLayout">
        <pc:chgData name="Santo Mancuso" userId="4c3828e5-f1a1-4786-85a9-c04a7c1c1108" providerId="ADAL" clId="{594AAAB1-6839-4162-B8E2-4977AAFF43D2}" dt="2024-10-16T16:40:11.222" v="10414" actId="20577"/>
        <pc:sldMkLst>
          <pc:docMk/>
          <pc:sldMk cId="1594628324" sldId="262"/>
        </pc:sldMkLst>
        <pc:spChg chg="add del mod">
          <ac:chgData name="Santo Mancuso" userId="4c3828e5-f1a1-4786-85a9-c04a7c1c1108" providerId="ADAL" clId="{594AAAB1-6839-4162-B8E2-4977AAFF43D2}" dt="2024-10-12T17:55:32.617" v="2209" actId="122"/>
          <ac:spMkLst>
            <pc:docMk/>
            <pc:sldMk cId="1594628324" sldId="262"/>
            <ac:spMk id="2" creationId="{18C3AB4F-55B0-3B23-EBA9-75588F817C37}"/>
          </ac:spMkLst>
        </pc:spChg>
        <pc:spChg chg="add del mod">
          <ac:chgData name="Santo Mancuso" userId="4c3828e5-f1a1-4786-85a9-c04a7c1c1108" providerId="ADAL" clId="{594AAAB1-6839-4162-B8E2-4977AAFF43D2}" dt="2024-10-16T16:40:11.222" v="10414" actId="20577"/>
          <ac:spMkLst>
            <pc:docMk/>
            <pc:sldMk cId="1594628324" sldId="262"/>
            <ac:spMk id="3" creationId="{DEED426F-D1FF-DA85-A0AD-ADD6F0AE2041}"/>
          </ac:spMkLst>
        </pc:spChg>
        <pc:spChg chg="add del mod ord">
          <ac:chgData name="Santo Mancuso" userId="4c3828e5-f1a1-4786-85a9-c04a7c1c1108" providerId="ADAL" clId="{594AAAB1-6839-4162-B8E2-4977AAFF43D2}" dt="2024-10-12T15:29:00.954" v="1248" actId="6264"/>
          <ac:spMkLst>
            <pc:docMk/>
            <pc:sldMk cId="1594628324" sldId="262"/>
            <ac:spMk id="4" creationId="{E23ADDF3-CE8E-6ECB-36BA-F2D851084A11}"/>
          </ac:spMkLst>
        </pc:spChg>
        <pc:spChg chg="add del mod ord">
          <ac:chgData name="Santo Mancuso" userId="4c3828e5-f1a1-4786-85a9-c04a7c1c1108" providerId="ADAL" clId="{594AAAB1-6839-4162-B8E2-4977AAFF43D2}" dt="2024-10-12T15:29:00.954" v="1248" actId="6264"/>
          <ac:spMkLst>
            <pc:docMk/>
            <pc:sldMk cId="1594628324" sldId="262"/>
            <ac:spMk id="5" creationId="{CEC1EF71-8BA1-6ACA-B93A-97A1D1B9E506}"/>
          </ac:spMkLst>
        </pc:spChg>
      </pc:sldChg>
      <pc:sldChg chg="addSp delSp modSp add mod modTransition chgLayout">
        <pc:chgData name="Santo Mancuso" userId="4c3828e5-f1a1-4786-85a9-c04a7c1c1108" providerId="ADAL" clId="{594AAAB1-6839-4162-B8E2-4977AAFF43D2}" dt="2024-10-16T08:45:39.527" v="10356" actId="1076"/>
        <pc:sldMkLst>
          <pc:docMk/>
          <pc:sldMk cId="2355382108" sldId="263"/>
        </pc:sldMkLst>
        <pc:spChg chg="add mod ord">
          <ac:chgData name="Santo Mancuso" userId="4c3828e5-f1a1-4786-85a9-c04a7c1c1108" providerId="ADAL" clId="{594AAAB1-6839-4162-B8E2-4977AAFF43D2}" dt="2024-10-12T21:08:13.479" v="2940" actId="6264"/>
          <ac:spMkLst>
            <pc:docMk/>
            <pc:sldMk cId="2355382108" sldId="263"/>
            <ac:spMk id="2" creationId="{2AAB383C-99DA-B59A-5375-542F58A93193}"/>
          </ac:spMkLst>
        </pc:spChg>
        <pc:spChg chg="add mod">
          <ac:chgData name="Santo Mancuso" userId="4c3828e5-f1a1-4786-85a9-c04a7c1c1108" providerId="ADAL" clId="{594AAAB1-6839-4162-B8E2-4977AAFF43D2}" dt="2024-10-16T08:30:21.967" v="10262" actId="20577"/>
          <ac:spMkLst>
            <pc:docMk/>
            <pc:sldMk cId="2355382108" sldId="263"/>
            <ac:spMk id="3" creationId="{2462F727-17DE-7E30-4C62-3F3A91F2B093}"/>
          </ac:spMkLst>
        </pc:spChg>
        <pc:spChg chg="add del mod">
          <ac:chgData name="Santo Mancuso" userId="4c3828e5-f1a1-4786-85a9-c04a7c1c1108" providerId="ADAL" clId="{594AAAB1-6839-4162-B8E2-4977AAFF43D2}" dt="2024-10-12T15:07:12.575" v="1090" actId="6264"/>
          <ac:spMkLst>
            <pc:docMk/>
            <pc:sldMk cId="2355382108" sldId="263"/>
            <ac:spMk id="3" creationId="{4DC749E1-4DAA-ADE3-14C3-4600B6BD9341}"/>
          </ac:spMkLst>
        </pc:spChg>
        <pc:spChg chg="add del mod ord">
          <ac:chgData name="Santo Mancuso" userId="4c3828e5-f1a1-4786-85a9-c04a7c1c1108" providerId="ADAL" clId="{594AAAB1-6839-4162-B8E2-4977AAFF43D2}" dt="2024-10-12T15:16:22.368" v="1160" actId="6264"/>
          <ac:spMkLst>
            <pc:docMk/>
            <pc:sldMk cId="2355382108" sldId="263"/>
            <ac:spMk id="4" creationId="{15A28230-7780-416F-1FAD-11B1017454A6}"/>
          </ac:spMkLst>
        </pc:spChg>
        <pc:spChg chg="add del mod ord">
          <ac:chgData name="Santo Mancuso" userId="4c3828e5-f1a1-4786-85a9-c04a7c1c1108" providerId="ADAL" clId="{594AAAB1-6839-4162-B8E2-4977AAFF43D2}" dt="2024-10-12T15:16:22.368" v="1160" actId="6264"/>
          <ac:spMkLst>
            <pc:docMk/>
            <pc:sldMk cId="2355382108" sldId="263"/>
            <ac:spMk id="5" creationId="{40AA2D41-4A94-0A30-1726-B0086A0A8F19}"/>
          </ac:spMkLst>
        </pc:spChg>
        <pc:spChg chg="add mod">
          <ac:chgData name="Santo Mancuso" userId="4c3828e5-f1a1-4786-85a9-c04a7c1c1108" providerId="ADAL" clId="{594AAAB1-6839-4162-B8E2-4977AAFF43D2}" dt="2024-10-16T08:30:24.124" v="10264" actId="20577"/>
          <ac:spMkLst>
            <pc:docMk/>
            <pc:sldMk cId="2355382108" sldId="263"/>
            <ac:spMk id="5" creationId="{5CBE9695-2542-92A2-4272-5F31D82F7ECF}"/>
          </ac:spMkLst>
        </pc:spChg>
        <pc:spChg chg="del">
          <ac:chgData name="Santo Mancuso" userId="4c3828e5-f1a1-4786-85a9-c04a7c1c1108" providerId="ADAL" clId="{594AAAB1-6839-4162-B8E2-4977AAFF43D2}" dt="2024-10-12T15:07:12.575" v="1090" actId="6264"/>
          <ac:spMkLst>
            <pc:docMk/>
            <pc:sldMk cId="2355382108" sldId="263"/>
            <ac:spMk id="6" creationId="{762D572F-359E-BDBF-0203-01F0161F7580}"/>
          </ac:spMkLst>
        </pc:spChg>
        <pc:spChg chg="del">
          <ac:chgData name="Santo Mancuso" userId="4c3828e5-f1a1-4786-85a9-c04a7c1c1108" providerId="ADAL" clId="{594AAAB1-6839-4162-B8E2-4977AAFF43D2}" dt="2024-10-12T15:07:12.575" v="1090" actId="6264"/>
          <ac:spMkLst>
            <pc:docMk/>
            <pc:sldMk cId="2355382108" sldId="263"/>
            <ac:spMk id="7" creationId="{DA073B19-08ED-39C7-8C60-E1D4538941A8}"/>
          </ac:spMkLst>
        </pc:spChg>
        <pc:spChg chg="add del mod">
          <ac:chgData name="Santo Mancuso" userId="4c3828e5-f1a1-4786-85a9-c04a7c1c1108" providerId="ADAL" clId="{594AAAB1-6839-4162-B8E2-4977AAFF43D2}" dt="2024-10-12T15:16:22.368" v="1160" actId="6264"/>
          <ac:spMkLst>
            <pc:docMk/>
            <pc:sldMk cId="2355382108" sldId="263"/>
            <ac:spMk id="8" creationId="{7ABF9A58-DCE0-AD99-08D0-014B777080E3}"/>
          </ac:spMkLst>
        </pc:spChg>
        <pc:spChg chg="add del mod ord">
          <ac:chgData name="Santo Mancuso" userId="4c3828e5-f1a1-4786-85a9-c04a7c1c1108" providerId="ADAL" clId="{594AAAB1-6839-4162-B8E2-4977AAFF43D2}" dt="2024-10-12T15:16:40.298" v="1163" actId="6264"/>
          <ac:spMkLst>
            <pc:docMk/>
            <pc:sldMk cId="2355382108" sldId="263"/>
            <ac:spMk id="9" creationId="{14DAEF8C-5C1D-FB5D-AB0D-19EFCD5B0038}"/>
          </ac:spMkLst>
        </pc:spChg>
        <pc:spChg chg="add del mod ord">
          <ac:chgData name="Santo Mancuso" userId="4c3828e5-f1a1-4786-85a9-c04a7c1c1108" providerId="ADAL" clId="{594AAAB1-6839-4162-B8E2-4977AAFF43D2}" dt="2024-10-12T15:16:40.298" v="1163" actId="6264"/>
          <ac:spMkLst>
            <pc:docMk/>
            <pc:sldMk cId="2355382108" sldId="263"/>
            <ac:spMk id="10" creationId="{07293200-1E3E-887A-6446-1A000A536D0A}"/>
          </ac:spMkLst>
        </pc:spChg>
        <pc:spChg chg="add del mod">
          <ac:chgData name="Santo Mancuso" userId="4c3828e5-f1a1-4786-85a9-c04a7c1c1108" providerId="ADAL" clId="{594AAAB1-6839-4162-B8E2-4977AAFF43D2}" dt="2024-10-12T15:16:40.298" v="1163" actId="6264"/>
          <ac:spMkLst>
            <pc:docMk/>
            <pc:sldMk cId="2355382108" sldId="263"/>
            <ac:spMk id="11" creationId="{674ABC9E-A762-894B-1AFB-E97307DEC719}"/>
          </ac:spMkLst>
        </pc:spChg>
        <pc:spChg chg="add del mod ord">
          <ac:chgData name="Santo Mancuso" userId="4c3828e5-f1a1-4786-85a9-c04a7c1c1108" providerId="ADAL" clId="{594AAAB1-6839-4162-B8E2-4977AAFF43D2}" dt="2024-10-12T15:17:18.887" v="1167" actId="6264"/>
          <ac:spMkLst>
            <pc:docMk/>
            <pc:sldMk cId="2355382108" sldId="263"/>
            <ac:spMk id="12" creationId="{8A9B0B30-2CA8-3629-CF73-6D6A8B7F8271}"/>
          </ac:spMkLst>
        </pc:spChg>
        <pc:spChg chg="add del mod ord">
          <ac:chgData name="Santo Mancuso" userId="4c3828e5-f1a1-4786-85a9-c04a7c1c1108" providerId="ADAL" clId="{594AAAB1-6839-4162-B8E2-4977AAFF43D2}" dt="2024-10-12T15:17:18.887" v="1167" actId="6264"/>
          <ac:spMkLst>
            <pc:docMk/>
            <pc:sldMk cId="2355382108" sldId="263"/>
            <ac:spMk id="13" creationId="{119FAEAF-68BB-D103-4BCD-418E1FAD534F}"/>
          </ac:spMkLst>
        </pc:spChg>
        <pc:spChg chg="add del mod">
          <ac:chgData name="Santo Mancuso" userId="4c3828e5-f1a1-4786-85a9-c04a7c1c1108" providerId="ADAL" clId="{594AAAB1-6839-4162-B8E2-4977AAFF43D2}" dt="2024-10-12T15:17:18.887" v="1167" actId="6264"/>
          <ac:spMkLst>
            <pc:docMk/>
            <pc:sldMk cId="2355382108" sldId="263"/>
            <ac:spMk id="14" creationId="{88367151-CFAA-DFB8-5496-F1B130F38BC1}"/>
          </ac:spMkLst>
        </pc:spChg>
        <pc:spChg chg="add del mod ord">
          <ac:chgData name="Santo Mancuso" userId="4c3828e5-f1a1-4786-85a9-c04a7c1c1108" providerId="ADAL" clId="{594AAAB1-6839-4162-B8E2-4977AAFF43D2}" dt="2024-10-12T15:17:35.422" v="1169" actId="6264"/>
          <ac:spMkLst>
            <pc:docMk/>
            <pc:sldMk cId="2355382108" sldId="263"/>
            <ac:spMk id="15" creationId="{B3EE74F0-1526-2282-CDAD-7BE6B929A679}"/>
          </ac:spMkLst>
        </pc:spChg>
        <pc:spChg chg="add del mod ord">
          <ac:chgData name="Santo Mancuso" userId="4c3828e5-f1a1-4786-85a9-c04a7c1c1108" providerId="ADAL" clId="{594AAAB1-6839-4162-B8E2-4977AAFF43D2}" dt="2024-10-12T15:17:35.422" v="1169" actId="6264"/>
          <ac:spMkLst>
            <pc:docMk/>
            <pc:sldMk cId="2355382108" sldId="263"/>
            <ac:spMk id="16" creationId="{7F3BDA77-3ED6-6E4F-5F42-3E5E970EC29F}"/>
          </ac:spMkLst>
        </pc:spChg>
        <pc:spChg chg="add del mod">
          <ac:chgData name="Santo Mancuso" userId="4c3828e5-f1a1-4786-85a9-c04a7c1c1108" providerId="ADAL" clId="{594AAAB1-6839-4162-B8E2-4977AAFF43D2}" dt="2024-10-12T15:17:35.422" v="1169" actId="6264"/>
          <ac:spMkLst>
            <pc:docMk/>
            <pc:sldMk cId="2355382108" sldId="263"/>
            <ac:spMk id="17" creationId="{0684AD23-0335-C982-1FA7-8ADB4163FE34}"/>
          </ac:spMkLst>
        </pc:spChg>
        <pc:spChg chg="add mod ord">
          <ac:chgData name="Santo Mancuso" userId="4c3828e5-f1a1-4786-85a9-c04a7c1c1108" providerId="ADAL" clId="{594AAAB1-6839-4162-B8E2-4977AAFF43D2}" dt="2024-10-16T08:21:47.384" v="10162" actId="20577"/>
          <ac:spMkLst>
            <pc:docMk/>
            <pc:sldMk cId="2355382108" sldId="263"/>
            <ac:spMk id="18" creationId="{99A8152C-353E-A3B1-765F-91B6E7F42546}"/>
          </ac:spMkLst>
        </pc:spChg>
        <pc:spChg chg="add del mod ord">
          <ac:chgData name="Santo Mancuso" userId="4c3828e5-f1a1-4786-85a9-c04a7c1c1108" providerId="ADAL" clId="{594AAAB1-6839-4162-B8E2-4977AAFF43D2}" dt="2024-10-12T21:08:13.479" v="2940" actId="6264"/>
          <ac:spMkLst>
            <pc:docMk/>
            <pc:sldMk cId="2355382108" sldId="263"/>
            <ac:spMk id="19" creationId="{7E00C6E7-B0F1-DF4B-78AF-384FFF482C91}"/>
          </ac:spMkLst>
        </pc:spChg>
        <pc:spChg chg="add del mod topLvl">
          <ac:chgData name="Santo Mancuso" userId="4c3828e5-f1a1-4786-85a9-c04a7c1c1108" providerId="ADAL" clId="{594AAAB1-6839-4162-B8E2-4977AAFF43D2}" dt="2024-10-13T10:14:56.613" v="4513" actId="478"/>
          <ac:spMkLst>
            <pc:docMk/>
            <pc:sldMk cId="2355382108" sldId="263"/>
            <ac:spMk id="20" creationId="{D94EB860-2E1A-1353-FC7B-A3C41C6FA4CC}"/>
          </ac:spMkLst>
        </pc:spChg>
        <pc:spChg chg="add del mod ord topLvl">
          <ac:chgData name="Santo Mancuso" userId="4c3828e5-f1a1-4786-85a9-c04a7c1c1108" providerId="ADAL" clId="{594AAAB1-6839-4162-B8E2-4977AAFF43D2}" dt="2024-10-13T10:14:54.521" v="4511" actId="478"/>
          <ac:spMkLst>
            <pc:docMk/>
            <pc:sldMk cId="2355382108" sldId="263"/>
            <ac:spMk id="21" creationId="{CF8EAC31-E98E-AFEE-0C7B-6B6075A8E853}"/>
          </ac:spMkLst>
        </pc:spChg>
        <pc:spChg chg="add del mod">
          <ac:chgData name="Santo Mancuso" userId="4c3828e5-f1a1-4786-85a9-c04a7c1c1108" providerId="ADAL" clId="{594AAAB1-6839-4162-B8E2-4977AAFF43D2}" dt="2024-10-12T21:08:13.479" v="2940" actId="6264"/>
          <ac:spMkLst>
            <pc:docMk/>
            <pc:sldMk cId="2355382108" sldId="263"/>
            <ac:spMk id="22" creationId="{4F405430-5EEC-3A7C-173D-B9C4276EAA7E}"/>
          </ac:spMkLst>
        </pc:spChg>
        <pc:spChg chg="add del mod">
          <ac:chgData name="Santo Mancuso" userId="4c3828e5-f1a1-4786-85a9-c04a7c1c1108" providerId="ADAL" clId="{594AAAB1-6839-4162-B8E2-4977AAFF43D2}" dt="2024-10-12T21:08:13.479" v="2940" actId="6264"/>
          <ac:spMkLst>
            <pc:docMk/>
            <pc:sldMk cId="2355382108" sldId="263"/>
            <ac:spMk id="23" creationId="{A5F6C012-B29D-EAE3-9CCF-85D8AF7EB61D}"/>
          </ac:spMkLst>
        </pc:spChg>
        <pc:spChg chg="add mod ord">
          <ac:chgData name="Santo Mancuso" userId="4c3828e5-f1a1-4786-85a9-c04a7c1c1108" providerId="ADAL" clId="{594AAAB1-6839-4162-B8E2-4977AAFF43D2}" dt="2024-10-16T08:29:14.117" v="10252" actId="14100"/>
          <ac:spMkLst>
            <pc:docMk/>
            <pc:sldMk cId="2355382108" sldId="263"/>
            <ac:spMk id="24" creationId="{AA3E8F12-ACEA-FDFA-937D-E86B1D712ED9}"/>
          </ac:spMkLst>
        </pc:spChg>
        <pc:spChg chg="add del mod">
          <ac:chgData name="Santo Mancuso" userId="4c3828e5-f1a1-4786-85a9-c04a7c1c1108" providerId="ADAL" clId="{594AAAB1-6839-4162-B8E2-4977AAFF43D2}" dt="2024-10-12T22:12:10.176" v="3345" actId="21"/>
          <ac:spMkLst>
            <pc:docMk/>
            <pc:sldMk cId="2355382108" sldId="263"/>
            <ac:spMk id="29" creationId="{70F0A539-12A7-5336-720F-F2771EE8D0DC}"/>
          </ac:spMkLst>
        </pc:spChg>
        <pc:spChg chg="add del mod">
          <ac:chgData name="Santo Mancuso" userId="4c3828e5-f1a1-4786-85a9-c04a7c1c1108" providerId="ADAL" clId="{594AAAB1-6839-4162-B8E2-4977AAFF43D2}" dt="2024-10-12T22:10:13.816" v="3333" actId="21"/>
          <ac:spMkLst>
            <pc:docMk/>
            <pc:sldMk cId="2355382108" sldId="263"/>
            <ac:spMk id="30" creationId="{ABF0DA91-F6DA-AA21-E217-974C0124AFA3}"/>
          </ac:spMkLst>
        </pc:spChg>
        <pc:spChg chg="add del mod">
          <ac:chgData name="Santo Mancuso" userId="4c3828e5-f1a1-4786-85a9-c04a7c1c1108" providerId="ADAL" clId="{594AAAB1-6839-4162-B8E2-4977AAFF43D2}" dt="2024-10-16T08:19:23.505" v="10099" actId="478"/>
          <ac:spMkLst>
            <pc:docMk/>
            <pc:sldMk cId="2355382108" sldId="263"/>
            <ac:spMk id="35" creationId="{E6DF38F5-77F6-D3FB-8B03-3799E460B198}"/>
          </ac:spMkLst>
        </pc:spChg>
        <pc:spChg chg="mod">
          <ac:chgData name="Santo Mancuso" userId="4c3828e5-f1a1-4786-85a9-c04a7c1c1108" providerId="ADAL" clId="{594AAAB1-6839-4162-B8E2-4977AAFF43D2}" dt="2024-10-16T08:20:27.649" v="10141" actId="1076"/>
          <ac:spMkLst>
            <pc:docMk/>
            <pc:sldMk cId="2355382108" sldId="263"/>
            <ac:spMk id="44" creationId="{48B6771E-6C6D-B859-7BB8-53B658B8ED4C}"/>
          </ac:spMkLst>
        </pc:spChg>
        <pc:spChg chg="mod">
          <ac:chgData name="Santo Mancuso" userId="4c3828e5-f1a1-4786-85a9-c04a7c1c1108" providerId="ADAL" clId="{594AAAB1-6839-4162-B8E2-4977AAFF43D2}" dt="2024-10-16T08:20:31.635" v="10142" actId="1076"/>
          <ac:spMkLst>
            <pc:docMk/>
            <pc:sldMk cId="2355382108" sldId="263"/>
            <ac:spMk id="45" creationId="{A50B4447-BBD6-4622-56EB-6645E1B02ED9}"/>
          </ac:spMkLst>
        </pc:spChg>
        <pc:grpChg chg="add del mod">
          <ac:chgData name="Santo Mancuso" userId="4c3828e5-f1a1-4786-85a9-c04a7c1c1108" providerId="ADAL" clId="{594AAAB1-6839-4162-B8E2-4977AAFF43D2}" dt="2024-10-13T10:14:54.521" v="4511" actId="478"/>
          <ac:grpSpMkLst>
            <pc:docMk/>
            <pc:sldMk cId="2355382108" sldId="263"/>
            <ac:grpSpMk id="42" creationId="{6E63AEB6-C88C-1356-B377-9C258AE48D17}"/>
          </ac:grpSpMkLst>
        </pc:grpChg>
        <pc:grpChg chg="add mod">
          <ac:chgData name="Santo Mancuso" userId="4c3828e5-f1a1-4786-85a9-c04a7c1c1108" providerId="ADAL" clId="{594AAAB1-6839-4162-B8E2-4977AAFF43D2}" dt="2024-10-16T08:45:39.527" v="10356" actId="1076"/>
          <ac:grpSpMkLst>
            <pc:docMk/>
            <pc:sldMk cId="2355382108" sldId="263"/>
            <ac:grpSpMk id="43" creationId="{2112DD9F-8F89-98F1-8C1A-75A737760115}"/>
          </ac:grpSpMkLst>
        </pc:grpChg>
        <pc:picChg chg="add mod">
          <ac:chgData name="Santo Mancuso" userId="4c3828e5-f1a1-4786-85a9-c04a7c1c1108" providerId="ADAL" clId="{594AAAB1-6839-4162-B8E2-4977AAFF43D2}" dt="2024-10-16T08:21:33.286" v="10160" actId="14100"/>
          <ac:picMkLst>
            <pc:docMk/>
            <pc:sldMk cId="2355382108" sldId="263"/>
            <ac:picMk id="4" creationId="{72E4473F-A8E0-F5CF-AD01-2CF7DCF3A6B5}"/>
          </ac:picMkLst>
        </pc:picChg>
        <pc:picChg chg="add mod">
          <ac:chgData name="Santo Mancuso" userId="4c3828e5-f1a1-4786-85a9-c04a7c1c1108" providerId="ADAL" clId="{594AAAB1-6839-4162-B8E2-4977AAFF43D2}" dt="2024-10-16T08:21:06.941" v="10149" actId="1076"/>
          <ac:picMkLst>
            <pc:docMk/>
            <pc:sldMk cId="2355382108" sldId="263"/>
            <ac:picMk id="11" creationId="{2BE93E15-3B9A-325B-4DFA-CB784C2D1046}"/>
          </ac:picMkLst>
        </pc:picChg>
        <pc:picChg chg="add del mod">
          <ac:chgData name="Santo Mancuso" userId="4c3828e5-f1a1-4786-85a9-c04a7c1c1108" providerId="ADAL" clId="{594AAAB1-6839-4162-B8E2-4977AAFF43D2}" dt="2024-10-12T22:10:13.816" v="3333" actId="21"/>
          <ac:picMkLst>
            <pc:docMk/>
            <pc:sldMk cId="2355382108" sldId="263"/>
            <ac:picMk id="26" creationId="{432B5327-B306-BAC3-8D7D-B4C5A225A311}"/>
          </ac:picMkLst>
        </pc:picChg>
        <pc:picChg chg="add del mod">
          <ac:chgData name="Santo Mancuso" userId="4c3828e5-f1a1-4786-85a9-c04a7c1c1108" providerId="ADAL" clId="{594AAAB1-6839-4162-B8E2-4977AAFF43D2}" dt="2024-10-12T22:12:10.176" v="3345" actId="21"/>
          <ac:picMkLst>
            <pc:docMk/>
            <pc:sldMk cId="2355382108" sldId="263"/>
            <ac:picMk id="28" creationId="{D019B6F5-8FBC-97EE-4867-FB630F47373B}"/>
          </ac:picMkLst>
        </pc:picChg>
        <pc:picChg chg="add del mod">
          <ac:chgData name="Santo Mancuso" userId="4c3828e5-f1a1-4786-85a9-c04a7c1c1108" providerId="ADAL" clId="{594AAAB1-6839-4162-B8E2-4977AAFF43D2}" dt="2024-10-12T22:12:05.206" v="3344" actId="478"/>
          <ac:picMkLst>
            <pc:docMk/>
            <pc:sldMk cId="2355382108" sldId="263"/>
            <ac:picMk id="32" creationId="{21DC2169-1C5E-0168-F8B4-00D8491B454A}"/>
          </ac:picMkLst>
        </pc:picChg>
        <pc:picChg chg="add del mod ord">
          <ac:chgData name="Santo Mancuso" userId="4c3828e5-f1a1-4786-85a9-c04a7c1c1108" providerId="ADAL" clId="{594AAAB1-6839-4162-B8E2-4977AAFF43D2}" dt="2024-10-16T08:19:20.546" v="10098" actId="478"/>
          <ac:picMkLst>
            <pc:docMk/>
            <pc:sldMk cId="2355382108" sldId="263"/>
            <ac:picMk id="34" creationId="{5430B61A-166E-50AA-0A18-DFF050263A78}"/>
          </ac:picMkLst>
        </pc:picChg>
        <pc:picChg chg="add del mod">
          <ac:chgData name="Santo Mancuso" userId="4c3828e5-f1a1-4786-85a9-c04a7c1c1108" providerId="ADAL" clId="{594AAAB1-6839-4162-B8E2-4977AAFF43D2}" dt="2024-10-12T22:31:27.130" v="3512" actId="478"/>
          <ac:picMkLst>
            <pc:docMk/>
            <pc:sldMk cId="2355382108" sldId="263"/>
            <ac:picMk id="37" creationId="{D6F7C009-28EB-E68F-A4A9-C8FD7394ADD1}"/>
          </ac:picMkLst>
        </pc:picChg>
        <pc:picChg chg="add del mod">
          <ac:chgData name="Santo Mancuso" userId="4c3828e5-f1a1-4786-85a9-c04a7c1c1108" providerId="ADAL" clId="{594AAAB1-6839-4162-B8E2-4977AAFF43D2}" dt="2024-10-12T22:55:53.111" v="3686" actId="21"/>
          <ac:picMkLst>
            <pc:docMk/>
            <pc:sldMk cId="2355382108" sldId="263"/>
            <ac:picMk id="39" creationId="{9491FB25-2091-89EB-BC83-040A502269B1}"/>
          </ac:picMkLst>
        </pc:picChg>
        <pc:picChg chg="add del mod">
          <ac:chgData name="Santo Mancuso" userId="4c3828e5-f1a1-4786-85a9-c04a7c1c1108" providerId="ADAL" clId="{594AAAB1-6839-4162-B8E2-4977AAFF43D2}" dt="2024-10-12T22:54:51.145" v="3685" actId="478"/>
          <ac:picMkLst>
            <pc:docMk/>
            <pc:sldMk cId="2355382108" sldId="263"/>
            <ac:picMk id="41" creationId="{E0EEE83B-5772-C546-A15A-22C8FB277E3C}"/>
          </ac:picMkLst>
        </pc:picChg>
      </pc:sldChg>
      <pc:sldChg chg="addSp delSp modSp add mod modTransition">
        <pc:chgData name="Santo Mancuso" userId="4c3828e5-f1a1-4786-85a9-c04a7c1c1108" providerId="ADAL" clId="{594AAAB1-6839-4162-B8E2-4977AAFF43D2}" dt="2024-10-16T08:50:17.747" v="10374" actId="20577"/>
        <pc:sldMkLst>
          <pc:docMk/>
          <pc:sldMk cId="701796352" sldId="264"/>
        </pc:sldMkLst>
        <pc:spChg chg="add mod">
          <ac:chgData name="Santo Mancuso" userId="4c3828e5-f1a1-4786-85a9-c04a7c1c1108" providerId="ADAL" clId="{594AAAB1-6839-4162-B8E2-4977AAFF43D2}" dt="2024-10-13T14:42:17.441" v="7100" actId="14100"/>
          <ac:spMkLst>
            <pc:docMk/>
            <pc:sldMk cId="701796352" sldId="264"/>
            <ac:spMk id="2" creationId="{078B0716-20DA-E174-3C5B-7C72ECDC9CD6}"/>
          </ac:spMkLst>
        </pc:spChg>
        <pc:spChg chg="del">
          <ac:chgData name="Santo Mancuso" userId="4c3828e5-f1a1-4786-85a9-c04a7c1c1108" providerId="ADAL" clId="{594AAAB1-6839-4162-B8E2-4977AAFF43D2}" dt="2024-10-15T15:18:45.799" v="9951" actId="478"/>
          <ac:spMkLst>
            <pc:docMk/>
            <pc:sldMk cId="701796352" sldId="264"/>
            <ac:spMk id="3" creationId="{85BC115D-57B1-D99F-BF4B-EC607B03D798}"/>
          </ac:spMkLst>
        </pc:spChg>
        <pc:spChg chg="add">
          <ac:chgData name="Santo Mancuso" userId="4c3828e5-f1a1-4786-85a9-c04a7c1c1108" providerId="ADAL" clId="{594AAAB1-6839-4162-B8E2-4977AAFF43D2}" dt="2024-10-13T14:28:08.380" v="6951"/>
          <ac:spMkLst>
            <pc:docMk/>
            <pc:sldMk cId="701796352" sldId="264"/>
            <ac:spMk id="3" creationId="{B02E7C56-5DEC-E01B-950A-A986D9108F01}"/>
          </ac:spMkLst>
        </pc:spChg>
        <pc:spChg chg="mod">
          <ac:chgData name="Santo Mancuso" userId="4c3828e5-f1a1-4786-85a9-c04a7c1c1108" providerId="ADAL" clId="{594AAAB1-6839-4162-B8E2-4977AAFF43D2}" dt="2024-10-12T21:15:01.715" v="2996" actId="20577"/>
          <ac:spMkLst>
            <pc:docMk/>
            <pc:sldMk cId="701796352" sldId="264"/>
            <ac:spMk id="6" creationId="{31B42CB8-1716-AF7D-C0C0-390E03D66495}"/>
          </ac:spMkLst>
        </pc:spChg>
        <pc:spChg chg="mod">
          <ac:chgData name="Santo Mancuso" userId="4c3828e5-f1a1-4786-85a9-c04a7c1c1108" providerId="ADAL" clId="{594AAAB1-6839-4162-B8E2-4977AAFF43D2}" dt="2024-10-16T08:49:35.757" v="10372" actId="404"/>
          <ac:spMkLst>
            <pc:docMk/>
            <pc:sldMk cId="701796352" sldId="264"/>
            <ac:spMk id="7" creationId="{B95092E1-56CE-0FF9-C72B-67B3A7391118}"/>
          </ac:spMkLst>
        </pc:spChg>
        <pc:spChg chg="add mod">
          <ac:chgData name="Santo Mancuso" userId="4c3828e5-f1a1-4786-85a9-c04a7c1c1108" providerId="ADAL" clId="{594AAAB1-6839-4162-B8E2-4977AAFF43D2}" dt="2024-10-16T08:50:17.747" v="10374" actId="20577"/>
          <ac:spMkLst>
            <pc:docMk/>
            <pc:sldMk cId="701796352" sldId="264"/>
            <ac:spMk id="8" creationId="{D492CE06-7D0B-8F7B-33E7-66F6D7C942E9}"/>
          </ac:spMkLst>
        </pc:spChg>
        <pc:spChg chg="add">
          <ac:chgData name="Santo Mancuso" userId="4c3828e5-f1a1-4786-85a9-c04a7c1c1108" providerId="ADAL" clId="{594AAAB1-6839-4162-B8E2-4977AAFF43D2}" dt="2024-10-13T14:39:18.915" v="7065"/>
          <ac:spMkLst>
            <pc:docMk/>
            <pc:sldMk cId="701796352" sldId="264"/>
            <ac:spMk id="9" creationId="{56335358-85E6-A333-1E10-740C3943AD5B}"/>
          </ac:spMkLst>
        </pc:spChg>
        <pc:picChg chg="add mod">
          <ac:chgData name="Santo Mancuso" userId="4c3828e5-f1a1-4786-85a9-c04a7c1c1108" providerId="ADAL" clId="{594AAAB1-6839-4162-B8E2-4977AAFF43D2}" dt="2024-10-13T14:38:10.487" v="7058" actId="1076"/>
          <ac:picMkLst>
            <pc:docMk/>
            <pc:sldMk cId="701796352" sldId="264"/>
            <ac:picMk id="5" creationId="{AFE3F514-8A4D-EEB7-A779-7719A1BDAC87}"/>
          </ac:picMkLst>
        </pc:picChg>
      </pc:sldChg>
      <pc:sldChg chg="addSp delSp modSp add mod modTransition">
        <pc:chgData name="Santo Mancuso" userId="4c3828e5-f1a1-4786-85a9-c04a7c1c1108" providerId="ADAL" clId="{594AAAB1-6839-4162-B8E2-4977AAFF43D2}" dt="2024-10-16T16:22:03.513" v="10389" actId="20577"/>
        <pc:sldMkLst>
          <pc:docMk/>
          <pc:sldMk cId="1694109670" sldId="265"/>
        </pc:sldMkLst>
        <pc:spChg chg="add mod">
          <ac:chgData name="Santo Mancuso" userId="4c3828e5-f1a1-4786-85a9-c04a7c1c1108" providerId="ADAL" clId="{594AAAB1-6839-4162-B8E2-4977AAFF43D2}" dt="2024-10-12T21:16:44.578" v="3031" actId="1036"/>
          <ac:spMkLst>
            <pc:docMk/>
            <pc:sldMk cId="1694109670" sldId="265"/>
            <ac:spMk id="2" creationId="{A14D7018-53E9-5608-ADF2-3300E55AC7A6}"/>
          </ac:spMkLst>
        </pc:spChg>
        <pc:spChg chg="del">
          <ac:chgData name="Santo Mancuso" userId="4c3828e5-f1a1-4786-85a9-c04a7c1c1108" providerId="ADAL" clId="{594AAAB1-6839-4162-B8E2-4977AAFF43D2}" dt="2024-10-15T15:21:29.942" v="9985" actId="478"/>
          <ac:spMkLst>
            <pc:docMk/>
            <pc:sldMk cId="1694109670" sldId="265"/>
            <ac:spMk id="3" creationId="{7C1A0A11-F7C9-FC3B-28FD-D3219CAE7AE9}"/>
          </ac:spMkLst>
        </pc:spChg>
        <pc:spChg chg="mod">
          <ac:chgData name="Santo Mancuso" userId="4c3828e5-f1a1-4786-85a9-c04a7c1c1108" providerId="ADAL" clId="{594AAAB1-6839-4162-B8E2-4977AAFF43D2}" dt="2024-10-16T16:22:03.513" v="10389" actId="20577"/>
          <ac:spMkLst>
            <pc:docMk/>
            <pc:sldMk cId="1694109670" sldId="265"/>
            <ac:spMk id="6" creationId="{34B78A0C-B567-EAA6-789C-2351435191CD}"/>
          </ac:spMkLst>
        </pc:spChg>
        <pc:spChg chg="del mod">
          <ac:chgData name="Santo Mancuso" userId="4c3828e5-f1a1-4786-85a9-c04a7c1c1108" providerId="ADAL" clId="{594AAAB1-6839-4162-B8E2-4977AAFF43D2}" dt="2024-10-14T16:56:03.456" v="9533" actId="478"/>
          <ac:spMkLst>
            <pc:docMk/>
            <pc:sldMk cId="1694109670" sldId="265"/>
            <ac:spMk id="7" creationId="{222A9A9F-0591-71BD-4A56-17070B50A1E7}"/>
          </ac:spMkLst>
        </pc:spChg>
        <pc:spChg chg="add mod">
          <ac:chgData name="Santo Mancuso" userId="4c3828e5-f1a1-4786-85a9-c04a7c1c1108" providerId="ADAL" clId="{594AAAB1-6839-4162-B8E2-4977AAFF43D2}" dt="2024-10-16T08:50:25.147" v="10377" actId="20577"/>
          <ac:spMkLst>
            <pc:docMk/>
            <pc:sldMk cId="1694109670" sldId="265"/>
            <ac:spMk id="9" creationId="{37F688CC-57B3-9D28-F603-E6243C154B4D}"/>
          </ac:spMkLst>
        </pc:spChg>
        <pc:spChg chg="add del mod">
          <ac:chgData name="Santo Mancuso" userId="4c3828e5-f1a1-4786-85a9-c04a7c1c1108" providerId="ADAL" clId="{594AAAB1-6839-4162-B8E2-4977AAFF43D2}" dt="2024-10-14T17:11:01.622" v="9860" actId="478"/>
          <ac:spMkLst>
            <pc:docMk/>
            <pc:sldMk cId="1694109670" sldId="265"/>
            <ac:spMk id="10" creationId="{0B89ADED-8DEE-8C66-AE86-9ED29D4309CF}"/>
          </ac:spMkLst>
        </pc:spChg>
        <pc:picChg chg="add mod">
          <ac:chgData name="Santo Mancuso" userId="4c3828e5-f1a1-4786-85a9-c04a7c1c1108" providerId="ADAL" clId="{594AAAB1-6839-4162-B8E2-4977AAFF43D2}" dt="2024-10-14T16:57:17.658" v="9559" actId="1076"/>
          <ac:picMkLst>
            <pc:docMk/>
            <pc:sldMk cId="1694109670" sldId="265"/>
            <ac:picMk id="4" creationId="{7A4634A4-EB95-DFA4-675A-E31FD53658BB}"/>
          </ac:picMkLst>
        </pc:picChg>
        <pc:picChg chg="add mod">
          <ac:chgData name="Santo Mancuso" userId="4c3828e5-f1a1-4786-85a9-c04a7c1c1108" providerId="ADAL" clId="{594AAAB1-6839-4162-B8E2-4977AAFF43D2}" dt="2024-10-14T16:57:12.779" v="9557" actId="1076"/>
          <ac:picMkLst>
            <pc:docMk/>
            <pc:sldMk cId="1694109670" sldId="265"/>
            <ac:picMk id="8" creationId="{DD97DBA7-1A67-128D-1BE7-23465D9CD966}"/>
          </ac:picMkLst>
        </pc:picChg>
      </pc:sldChg>
      <pc:sldChg chg="addSp modSp add del">
        <pc:chgData name="Santo Mancuso" userId="4c3828e5-f1a1-4786-85a9-c04a7c1c1108" providerId="ADAL" clId="{594AAAB1-6839-4162-B8E2-4977AAFF43D2}" dt="2024-10-12T21:15:38.802" v="3006" actId="2696"/>
        <pc:sldMkLst>
          <pc:docMk/>
          <pc:sldMk cId="1532494504" sldId="266"/>
        </pc:sldMkLst>
        <pc:spChg chg="add mod">
          <ac:chgData name="Santo Mancuso" userId="4c3828e5-f1a1-4786-85a9-c04a7c1c1108" providerId="ADAL" clId="{594AAAB1-6839-4162-B8E2-4977AAFF43D2}" dt="2024-10-12T15:03:29.793" v="1037"/>
          <ac:spMkLst>
            <pc:docMk/>
            <pc:sldMk cId="1532494504" sldId="266"/>
            <ac:spMk id="2" creationId="{ACDA121E-EA50-D3EE-72C5-B55CF82D0DFA}"/>
          </ac:spMkLst>
        </pc:spChg>
      </pc:sldChg>
      <pc:sldChg chg="addSp modSp add del">
        <pc:chgData name="Santo Mancuso" userId="4c3828e5-f1a1-4786-85a9-c04a7c1c1108" providerId="ADAL" clId="{594AAAB1-6839-4162-B8E2-4977AAFF43D2}" dt="2024-10-12T21:15:41.474" v="3007" actId="2696"/>
        <pc:sldMkLst>
          <pc:docMk/>
          <pc:sldMk cId="2048201812" sldId="267"/>
        </pc:sldMkLst>
        <pc:spChg chg="add mod">
          <ac:chgData name="Santo Mancuso" userId="4c3828e5-f1a1-4786-85a9-c04a7c1c1108" providerId="ADAL" clId="{594AAAB1-6839-4162-B8E2-4977AAFF43D2}" dt="2024-10-12T15:03:31.040" v="1038"/>
          <ac:spMkLst>
            <pc:docMk/>
            <pc:sldMk cId="2048201812" sldId="267"/>
            <ac:spMk id="2" creationId="{BEE57379-DA2D-778B-2C7B-9B5EE2E59476}"/>
          </ac:spMkLst>
        </pc:spChg>
      </pc:sldChg>
      <pc:sldChg chg="addSp modSp add del">
        <pc:chgData name="Santo Mancuso" userId="4c3828e5-f1a1-4786-85a9-c04a7c1c1108" providerId="ADAL" clId="{594AAAB1-6839-4162-B8E2-4977AAFF43D2}" dt="2024-10-12T21:15:44.810" v="3008" actId="2696"/>
        <pc:sldMkLst>
          <pc:docMk/>
          <pc:sldMk cId="1763901845" sldId="268"/>
        </pc:sldMkLst>
        <pc:spChg chg="add mod">
          <ac:chgData name="Santo Mancuso" userId="4c3828e5-f1a1-4786-85a9-c04a7c1c1108" providerId="ADAL" clId="{594AAAB1-6839-4162-B8E2-4977AAFF43D2}" dt="2024-10-12T15:03:32.857" v="1039"/>
          <ac:spMkLst>
            <pc:docMk/>
            <pc:sldMk cId="1763901845" sldId="268"/>
            <ac:spMk id="2" creationId="{FAE6D85D-5C8F-48D5-C283-4212BCADC7F9}"/>
          </ac:spMkLst>
        </pc:spChg>
      </pc:sldChg>
      <pc:sldChg chg="addSp delSp modSp add mod ord modTransition">
        <pc:chgData name="Santo Mancuso" userId="4c3828e5-f1a1-4786-85a9-c04a7c1c1108" providerId="ADAL" clId="{594AAAB1-6839-4162-B8E2-4977AAFF43D2}" dt="2024-10-16T11:30:43.995" v="10385"/>
        <pc:sldMkLst>
          <pc:docMk/>
          <pc:sldMk cId="847394253" sldId="269"/>
        </pc:sldMkLst>
        <pc:spChg chg="add mod">
          <ac:chgData name="Santo Mancuso" userId="4c3828e5-f1a1-4786-85a9-c04a7c1c1108" providerId="ADAL" clId="{594AAAB1-6839-4162-B8E2-4977AAFF43D2}" dt="2024-10-12T15:24:50.718" v="1240" actId="14100"/>
          <ac:spMkLst>
            <pc:docMk/>
            <pc:sldMk cId="847394253" sldId="269"/>
            <ac:spMk id="2" creationId="{70617859-A27C-55E4-0434-5E2D6406A71D}"/>
          </ac:spMkLst>
        </pc:spChg>
        <pc:spChg chg="add mod">
          <ac:chgData name="Santo Mancuso" userId="4c3828e5-f1a1-4786-85a9-c04a7c1c1108" providerId="ADAL" clId="{594AAAB1-6839-4162-B8E2-4977AAFF43D2}" dt="2024-10-13T20:40:05.853" v="8332" actId="313"/>
          <ac:spMkLst>
            <pc:docMk/>
            <pc:sldMk cId="847394253" sldId="269"/>
            <ac:spMk id="3" creationId="{5A7D6864-3E68-E20B-4270-A316819EF9AE}"/>
          </ac:spMkLst>
        </pc:spChg>
        <pc:spChg chg="mod">
          <ac:chgData name="Santo Mancuso" userId="4c3828e5-f1a1-4786-85a9-c04a7c1c1108" providerId="ADAL" clId="{594AAAB1-6839-4162-B8E2-4977AAFF43D2}" dt="2024-10-12T21:15:55.825" v="3024" actId="122"/>
          <ac:spMkLst>
            <pc:docMk/>
            <pc:sldMk cId="847394253" sldId="269"/>
            <ac:spMk id="6" creationId="{B1B4DDAA-5A43-286F-A8AD-EDFF8F2A4BA4}"/>
          </ac:spMkLst>
        </pc:spChg>
        <pc:spChg chg="del">
          <ac:chgData name="Santo Mancuso" userId="4c3828e5-f1a1-4786-85a9-c04a7c1c1108" providerId="ADAL" clId="{594AAAB1-6839-4162-B8E2-4977AAFF43D2}" dt="2024-10-13T15:06:36.157" v="7894"/>
          <ac:spMkLst>
            <pc:docMk/>
            <pc:sldMk cId="847394253" sldId="269"/>
            <ac:spMk id="7" creationId="{5DBB2731-210F-990C-D4FC-7F1171A59BA3}"/>
          </ac:spMkLst>
        </pc:spChg>
      </pc:sldChg>
      <pc:sldChg chg="addSp modSp add del mod">
        <pc:chgData name="Santo Mancuso" userId="4c3828e5-f1a1-4786-85a9-c04a7c1c1108" providerId="ADAL" clId="{594AAAB1-6839-4162-B8E2-4977AAFF43D2}" dt="2024-10-12T21:15:59.712" v="3025" actId="2696"/>
        <pc:sldMkLst>
          <pc:docMk/>
          <pc:sldMk cId="793435916" sldId="270"/>
        </pc:sldMkLst>
        <pc:spChg chg="add mod">
          <ac:chgData name="Santo Mancuso" userId="4c3828e5-f1a1-4786-85a9-c04a7c1c1108" providerId="ADAL" clId="{594AAAB1-6839-4162-B8E2-4977AAFF43D2}" dt="2024-10-12T15:03:39.316" v="1042" actId="14100"/>
          <ac:spMkLst>
            <pc:docMk/>
            <pc:sldMk cId="793435916" sldId="270"/>
            <ac:spMk id="2" creationId="{CF1A0955-C840-C5A3-1DF7-EA6B5FEECAF9}"/>
          </ac:spMkLst>
        </pc:spChg>
      </pc:sldChg>
      <pc:sldChg chg="addSp modSp add del mod">
        <pc:chgData name="Santo Mancuso" userId="4c3828e5-f1a1-4786-85a9-c04a7c1c1108" providerId="ADAL" clId="{594AAAB1-6839-4162-B8E2-4977AAFF43D2}" dt="2024-10-12T21:16:05.183" v="3026" actId="2696"/>
        <pc:sldMkLst>
          <pc:docMk/>
          <pc:sldMk cId="2627492221" sldId="271"/>
        </pc:sldMkLst>
        <pc:spChg chg="add mod">
          <ac:chgData name="Santo Mancuso" userId="4c3828e5-f1a1-4786-85a9-c04a7c1c1108" providerId="ADAL" clId="{594AAAB1-6839-4162-B8E2-4977AAFF43D2}" dt="2024-10-12T15:03:46.081" v="1045" actId="14100"/>
          <ac:spMkLst>
            <pc:docMk/>
            <pc:sldMk cId="2627492221" sldId="271"/>
            <ac:spMk id="2" creationId="{593BBB9F-7176-0746-5534-DE4B0421895D}"/>
          </ac:spMkLst>
        </pc:spChg>
      </pc:sldChg>
      <pc:sldChg chg="addSp delSp modSp new mod modTransition chgLayout">
        <pc:chgData name="Santo Mancuso" userId="4c3828e5-f1a1-4786-85a9-c04a7c1c1108" providerId="ADAL" clId="{594AAAB1-6839-4162-B8E2-4977AAFF43D2}" dt="2024-10-12T23:05:40.694" v="3772" actId="403"/>
        <pc:sldMkLst>
          <pc:docMk/>
          <pc:sldMk cId="1128123391" sldId="272"/>
        </pc:sldMkLst>
        <pc:spChg chg="mod ord">
          <ac:chgData name="Santo Mancuso" userId="4c3828e5-f1a1-4786-85a9-c04a7c1c1108" providerId="ADAL" clId="{594AAAB1-6839-4162-B8E2-4977AAFF43D2}" dt="2024-10-12T20:47:12.455" v="2680" actId="6264"/>
          <ac:spMkLst>
            <pc:docMk/>
            <pc:sldMk cId="1128123391" sldId="272"/>
            <ac:spMk id="2" creationId="{B46BF7F9-3FDC-6CCF-873A-1DEF528337D1}"/>
          </ac:spMkLst>
        </pc:spChg>
        <pc:spChg chg="add mod ord">
          <ac:chgData name="Santo Mancuso" userId="4c3828e5-f1a1-4786-85a9-c04a7c1c1108" providerId="ADAL" clId="{594AAAB1-6839-4162-B8E2-4977AAFF43D2}" dt="2024-10-12T23:05:18.936" v="3771" actId="1076"/>
          <ac:spMkLst>
            <pc:docMk/>
            <pc:sldMk cId="1128123391" sldId="272"/>
            <ac:spMk id="3" creationId="{5E3C4E28-6E0A-81F4-B00B-E79FF17A73DA}"/>
          </ac:spMkLst>
        </pc:spChg>
        <pc:spChg chg="add mod">
          <ac:chgData name="Santo Mancuso" userId="4c3828e5-f1a1-4786-85a9-c04a7c1c1108" providerId="ADAL" clId="{594AAAB1-6839-4162-B8E2-4977AAFF43D2}" dt="2024-10-12T15:20:39.305" v="1187"/>
          <ac:spMkLst>
            <pc:docMk/>
            <pc:sldMk cId="1128123391" sldId="272"/>
            <ac:spMk id="4" creationId="{11218B26-742E-335F-F9FA-C3F7CF2191DA}"/>
          </ac:spMkLst>
        </pc:spChg>
        <pc:spChg chg="add mod">
          <ac:chgData name="Santo Mancuso" userId="4c3828e5-f1a1-4786-85a9-c04a7c1c1108" providerId="ADAL" clId="{594AAAB1-6839-4162-B8E2-4977AAFF43D2}" dt="2024-10-12T15:20:39.305" v="1187"/>
          <ac:spMkLst>
            <pc:docMk/>
            <pc:sldMk cId="1128123391" sldId="272"/>
            <ac:spMk id="5" creationId="{91E8E368-FB31-2D94-A576-3241511D2CAF}"/>
          </ac:spMkLst>
        </pc:spChg>
        <pc:spChg chg="add mod">
          <ac:chgData name="Santo Mancuso" userId="4c3828e5-f1a1-4786-85a9-c04a7c1c1108" providerId="ADAL" clId="{594AAAB1-6839-4162-B8E2-4977AAFF43D2}" dt="2024-10-12T15:20:39.305" v="1187"/>
          <ac:spMkLst>
            <pc:docMk/>
            <pc:sldMk cId="1128123391" sldId="272"/>
            <ac:spMk id="7" creationId="{2AA1DF28-7294-74A5-5A34-948532AFB3A0}"/>
          </ac:spMkLst>
        </pc:spChg>
        <pc:spChg chg="add del mod">
          <ac:chgData name="Santo Mancuso" userId="4c3828e5-f1a1-4786-85a9-c04a7c1c1108" providerId="ADAL" clId="{594AAAB1-6839-4162-B8E2-4977AAFF43D2}" dt="2024-10-12T15:20:43.637" v="1188" actId="6264"/>
          <ac:spMkLst>
            <pc:docMk/>
            <pc:sldMk cId="1128123391" sldId="272"/>
            <ac:spMk id="8" creationId="{F919D17E-6BC8-71D9-048C-C12FCC479306}"/>
          </ac:spMkLst>
        </pc:spChg>
        <pc:spChg chg="add mod">
          <ac:chgData name="Santo Mancuso" userId="4c3828e5-f1a1-4786-85a9-c04a7c1c1108" providerId="ADAL" clId="{594AAAB1-6839-4162-B8E2-4977AAFF43D2}" dt="2024-10-12T15:21:13.039" v="1193"/>
          <ac:spMkLst>
            <pc:docMk/>
            <pc:sldMk cId="1128123391" sldId="272"/>
            <ac:spMk id="9" creationId="{0A8316B9-7132-E5FD-FAFF-9C01DBA87467}"/>
          </ac:spMkLst>
        </pc:spChg>
        <pc:spChg chg="add mod">
          <ac:chgData name="Santo Mancuso" userId="4c3828e5-f1a1-4786-85a9-c04a7c1c1108" providerId="ADAL" clId="{594AAAB1-6839-4162-B8E2-4977AAFF43D2}" dt="2024-10-12T20:48:40.462" v="2687" actId="255"/>
          <ac:spMkLst>
            <pc:docMk/>
            <pc:sldMk cId="1128123391" sldId="272"/>
            <ac:spMk id="10" creationId="{BA594811-EF9A-F38B-BDAE-64B501A244E7}"/>
          </ac:spMkLst>
        </pc:spChg>
        <pc:spChg chg="mod">
          <ac:chgData name="Santo Mancuso" userId="4c3828e5-f1a1-4786-85a9-c04a7c1c1108" providerId="ADAL" clId="{594AAAB1-6839-4162-B8E2-4977AAFF43D2}" dt="2024-10-12T15:21:13.039" v="1193"/>
          <ac:spMkLst>
            <pc:docMk/>
            <pc:sldMk cId="1128123391" sldId="272"/>
            <ac:spMk id="13" creationId="{AF56AC36-658E-B5BD-D3FB-2B7A52AF04ED}"/>
          </ac:spMkLst>
        </pc:spChg>
        <pc:spChg chg="mod">
          <ac:chgData name="Santo Mancuso" userId="4c3828e5-f1a1-4786-85a9-c04a7c1c1108" providerId="ADAL" clId="{594AAAB1-6839-4162-B8E2-4977AAFF43D2}" dt="2024-10-12T15:21:13.039" v="1193"/>
          <ac:spMkLst>
            <pc:docMk/>
            <pc:sldMk cId="1128123391" sldId="272"/>
            <ac:spMk id="14" creationId="{56F7589E-3211-645D-1B4D-0C4CA6315A5A}"/>
          </ac:spMkLst>
        </pc:spChg>
        <pc:spChg chg="add del mod">
          <ac:chgData name="Santo Mancuso" userId="4c3828e5-f1a1-4786-85a9-c04a7c1c1108" providerId="ADAL" clId="{594AAAB1-6839-4162-B8E2-4977AAFF43D2}" dt="2024-10-12T15:24:34.824" v="1239" actId="6264"/>
          <ac:spMkLst>
            <pc:docMk/>
            <pc:sldMk cId="1128123391" sldId="272"/>
            <ac:spMk id="15" creationId="{7B9D640E-62F0-5E24-1A72-AF5FDB35FF27}"/>
          </ac:spMkLst>
        </pc:spChg>
        <pc:spChg chg="add del">
          <ac:chgData name="Santo Mancuso" userId="4c3828e5-f1a1-4786-85a9-c04a7c1c1108" providerId="ADAL" clId="{594AAAB1-6839-4162-B8E2-4977AAFF43D2}" dt="2024-10-12T15:29:13.109" v="1252" actId="22"/>
          <ac:spMkLst>
            <pc:docMk/>
            <pc:sldMk cId="1128123391" sldId="272"/>
            <ac:spMk id="17" creationId="{DFA43FE9-D8C4-6370-6647-85F43A46E06D}"/>
          </ac:spMkLst>
        </pc:spChg>
        <pc:spChg chg="add del mod">
          <ac:chgData name="Santo Mancuso" userId="4c3828e5-f1a1-4786-85a9-c04a7c1c1108" providerId="ADAL" clId="{594AAAB1-6839-4162-B8E2-4977AAFF43D2}" dt="2024-10-12T15:29:57.540" v="1255"/>
          <ac:spMkLst>
            <pc:docMk/>
            <pc:sldMk cId="1128123391" sldId="272"/>
            <ac:spMk id="18" creationId="{4DF6F073-1362-E639-E5A4-F9B9655AB7E2}"/>
          </ac:spMkLst>
        </pc:spChg>
        <pc:spChg chg="add del mod">
          <ac:chgData name="Santo Mancuso" userId="4c3828e5-f1a1-4786-85a9-c04a7c1c1108" providerId="ADAL" clId="{594AAAB1-6839-4162-B8E2-4977AAFF43D2}" dt="2024-10-12T18:26:26.656" v="2249" actId="478"/>
          <ac:spMkLst>
            <pc:docMk/>
            <pc:sldMk cId="1128123391" sldId="272"/>
            <ac:spMk id="19" creationId="{880BE6C5-AED3-18A4-31FE-1FD3C3DF70F2}"/>
          </ac:spMkLst>
        </pc:spChg>
        <pc:spChg chg="add">
          <ac:chgData name="Santo Mancuso" userId="4c3828e5-f1a1-4786-85a9-c04a7c1c1108" providerId="ADAL" clId="{594AAAB1-6839-4162-B8E2-4977AAFF43D2}" dt="2024-10-12T18:25:49.400" v="2240"/>
          <ac:spMkLst>
            <pc:docMk/>
            <pc:sldMk cId="1128123391" sldId="272"/>
            <ac:spMk id="20" creationId="{EF19700B-3002-5D25-43F5-77A8DDC484DE}"/>
          </ac:spMkLst>
        </pc:spChg>
        <pc:spChg chg="add">
          <ac:chgData name="Santo Mancuso" userId="4c3828e5-f1a1-4786-85a9-c04a7c1c1108" providerId="ADAL" clId="{594AAAB1-6839-4162-B8E2-4977AAFF43D2}" dt="2024-10-12T18:25:52.066" v="2241"/>
          <ac:spMkLst>
            <pc:docMk/>
            <pc:sldMk cId="1128123391" sldId="272"/>
            <ac:spMk id="21" creationId="{F5A2B824-0DCB-014F-CDB1-27168F2C996E}"/>
          </ac:spMkLst>
        </pc:spChg>
        <pc:spChg chg="add">
          <ac:chgData name="Santo Mancuso" userId="4c3828e5-f1a1-4786-85a9-c04a7c1c1108" providerId="ADAL" clId="{594AAAB1-6839-4162-B8E2-4977AAFF43D2}" dt="2024-10-12T18:25:59.798" v="2244"/>
          <ac:spMkLst>
            <pc:docMk/>
            <pc:sldMk cId="1128123391" sldId="272"/>
            <ac:spMk id="22" creationId="{26F88F1E-76F2-8F18-283A-9D379C2592A6}"/>
          </ac:spMkLst>
        </pc:spChg>
        <pc:spChg chg="add mod">
          <ac:chgData name="Santo Mancuso" userId="4c3828e5-f1a1-4786-85a9-c04a7c1c1108" providerId="ADAL" clId="{594AAAB1-6839-4162-B8E2-4977AAFF43D2}" dt="2024-10-12T23:05:40.694" v="3772" actId="403"/>
          <ac:spMkLst>
            <pc:docMk/>
            <pc:sldMk cId="1128123391" sldId="272"/>
            <ac:spMk id="23" creationId="{703AB89B-BD2C-C35B-A3EB-25B5563BCBF8}"/>
          </ac:spMkLst>
        </pc:spChg>
        <pc:spChg chg="add del mod">
          <ac:chgData name="Santo Mancuso" userId="4c3828e5-f1a1-4786-85a9-c04a7c1c1108" providerId="ADAL" clId="{594AAAB1-6839-4162-B8E2-4977AAFF43D2}" dt="2024-10-12T20:47:12.455" v="2680" actId="6264"/>
          <ac:spMkLst>
            <pc:docMk/>
            <pc:sldMk cId="1128123391" sldId="272"/>
            <ac:spMk id="24" creationId="{41195DCD-A92C-7531-104C-6E27D98A2E80}"/>
          </ac:spMkLst>
        </pc:spChg>
        <pc:grpChg chg="add mod">
          <ac:chgData name="Santo Mancuso" userId="4c3828e5-f1a1-4786-85a9-c04a7c1c1108" providerId="ADAL" clId="{594AAAB1-6839-4162-B8E2-4977AAFF43D2}" dt="2024-10-12T15:21:13.039" v="1193"/>
          <ac:grpSpMkLst>
            <pc:docMk/>
            <pc:sldMk cId="1128123391" sldId="272"/>
            <ac:grpSpMk id="11" creationId="{5B56A3F4-CB0A-BDBE-D094-25261354A2C7}"/>
          </ac:grpSpMkLst>
        </pc:grpChg>
        <pc:picChg chg="add mod">
          <ac:chgData name="Santo Mancuso" userId="4c3828e5-f1a1-4786-85a9-c04a7c1c1108" providerId="ADAL" clId="{594AAAB1-6839-4162-B8E2-4977AAFF43D2}" dt="2024-10-12T15:20:39.305" v="1187"/>
          <ac:picMkLst>
            <pc:docMk/>
            <pc:sldMk cId="1128123391" sldId="272"/>
            <ac:picMk id="6" creationId="{1C1FAE8D-5EC7-6C4C-A10A-3BFB27248A9A}"/>
          </ac:picMkLst>
        </pc:picChg>
        <pc:cxnChg chg="mod">
          <ac:chgData name="Santo Mancuso" userId="4c3828e5-f1a1-4786-85a9-c04a7c1c1108" providerId="ADAL" clId="{594AAAB1-6839-4162-B8E2-4977AAFF43D2}" dt="2024-10-12T15:21:13.039" v="1193"/>
          <ac:cxnSpMkLst>
            <pc:docMk/>
            <pc:sldMk cId="1128123391" sldId="272"/>
            <ac:cxnSpMk id="12" creationId="{93973C3C-A467-45BE-15D4-991F627ED075}"/>
          </ac:cxnSpMkLst>
        </pc:cxnChg>
      </pc:sldChg>
      <pc:sldChg chg="addSp delSp modSp add mod modTransition">
        <pc:chgData name="Santo Mancuso" userId="4c3828e5-f1a1-4786-85a9-c04a7c1c1108" providerId="ADAL" clId="{594AAAB1-6839-4162-B8E2-4977AAFF43D2}" dt="2024-10-16T16:43:44.745" v="10435" actId="1076"/>
        <pc:sldMkLst>
          <pc:docMk/>
          <pc:sldMk cId="3844032798" sldId="273"/>
        </pc:sldMkLst>
        <pc:spChg chg="mod">
          <ac:chgData name="Santo Mancuso" userId="4c3828e5-f1a1-4786-85a9-c04a7c1c1108" providerId="ADAL" clId="{594AAAB1-6839-4162-B8E2-4977AAFF43D2}" dt="2024-10-13T12:56:02.513" v="5080" actId="20577"/>
          <ac:spMkLst>
            <pc:docMk/>
            <pc:sldMk cId="3844032798" sldId="273"/>
            <ac:spMk id="2" creationId="{51EE6594-3C85-759A-AEA0-56C9ED6BB90D}"/>
          </ac:spMkLst>
        </pc:spChg>
        <pc:spChg chg="del">
          <ac:chgData name="Santo Mancuso" userId="4c3828e5-f1a1-4786-85a9-c04a7c1c1108" providerId="ADAL" clId="{594AAAB1-6839-4162-B8E2-4977AAFF43D2}" dt="2024-10-16T16:42:45.719" v="10415"/>
          <ac:spMkLst>
            <pc:docMk/>
            <pc:sldMk cId="3844032798" sldId="273"/>
            <ac:spMk id="3" creationId="{46DE8E78-DC1B-A0AA-DF42-005A02954FE6}"/>
          </ac:spMkLst>
        </pc:spChg>
        <pc:spChg chg="add mod">
          <ac:chgData name="Santo Mancuso" userId="4c3828e5-f1a1-4786-85a9-c04a7c1c1108" providerId="ADAL" clId="{594AAAB1-6839-4162-B8E2-4977AAFF43D2}" dt="2024-10-16T16:43:44.745" v="10435" actId="1076"/>
          <ac:spMkLst>
            <pc:docMk/>
            <pc:sldMk cId="3844032798" sldId="273"/>
            <ac:spMk id="4" creationId="{8C380657-7A2C-79DD-FAE6-B41BCF1BAAD0}"/>
          </ac:spMkLst>
        </pc:spChg>
      </pc:sldChg>
      <pc:sldChg chg="addSp delSp modSp add mod modTransition chgLayout">
        <pc:chgData name="Santo Mancuso" userId="4c3828e5-f1a1-4786-85a9-c04a7c1c1108" providerId="ADAL" clId="{594AAAB1-6839-4162-B8E2-4977AAFF43D2}" dt="2024-10-16T08:45:28.616" v="10354" actId="20577"/>
        <pc:sldMkLst>
          <pc:docMk/>
          <pc:sldMk cId="2131847827" sldId="274"/>
        </pc:sldMkLst>
        <pc:spChg chg="mod ord">
          <ac:chgData name="Santo Mancuso" userId="4c3828e5-f1a1-4786-85a9-c04a7c1c1108" providerId="ADAL" clId="{594AAAB1-6839-4162-B8E2-4977AAFF43D2}" dt="2024-10-12T21:06:28.637" v="2931" actId="6264"/>
          <ac:spMkLst>
            <pc:docMk/>
            <pc:sldMk cId="2131847827" sldId="274"/>
            <ac:spMk id="2" creationId="{51EDE684-F245-591D-2660-9DB24FD4720D}"/>
          </ac:spMkLst>
        </pc:spChg>
        <pc:spChg chg="add mod">
          <ac:chgData name="Santo Mancuso" userId="4c3828e5-f1a1-4786-85a9-c04a7c1c1108" providerId="ADAL" clId="{594AAAB1-6839-4162-B8E2-4977AAFF43D2}" dt="2024-10-15T18:09:18.212" v="10060" actId="14100"/>
          <ac:spMkLst>
            <pc:docMk/>
            <pc:sldMk cId="2131847827" sldId="274"/>
            <ac:spMk id="4" creationId="{FDA0EC5A-5E36-1AE3-D194-769FF3751E7B}"/>
          </ac:spMkLst>
        </pc:spChg>
        <pc:spChg chg="add mod ord">
          <ac:chgData name="Santo Mancuso" userId="4c3828e5-f1a1-4786-85a9-c04a7c1c1108" providerId="ADAL" clId="{594AAAB1-6839-4162-B8E2-4977AAFF43D2}" dt="2024-10-15T18:09:27.916" v="10062" actId="14100"/>
          <ac:spMkLst>
            <pc:docMk/>
            <pc:sldMk cId="2131847827" sldId="274"/>
            <ac:spMk id="5" creationId="{5ED93BCA-641E-F043-F44C-DE5F3B7D72B2}"/>
          </ac:spMkLst>
        </pc:spChg>
        <pc:spChg chg="add del mod">
          <ac:chgData name="Santo Mancuso" userId="4c3828e5-f1a1-4786-85a9-c04a7c1c1108" providerId="ADAL" clId="{594AAAB1-6839-4162-B8E2-4977AAFF43D2}" dt="2024-10-12T21:06:28.637" v="2931" actId="6264"/>
          <ac:spMkLst>
            <pc:docMk/>
            <pc:sldMk cId="2131847827" sldId="274"/>
            <ac:spMk id="6" creationId="{AA6D2ECF-93E4-3CC3-FFA9-D060E1E53AF5}"/>
          </ac:spMkLst>
        </pc:spChg>
        <pc:spChg chg="add del mod">
          <ac:chgData name="Santo Mancuso" userId="4c3828e5-f1a1-4786-85a9-c04a7c1c1108" providerId="ADAL" clId="{594AAAB1-6839-4162-B8E2-4977AAFF43D2}" dt="2024-10-12T21:06:28.637" v="2931" actId="6264"/>
          <ac:spMkLst>
            <pc:docMk/>
            <pc:sldMk cId="2131847827" sldId="274"/>
            <ac:spMk id="7" creationId="{F23A3201-4EB0-2D84-13AA-61A17CE11ACB}"/>
          </ac:spMkLst>
        </pc:spChg>
        <pc:spChg chg="add del mod ord">
          <ac:chgData name="Santo Mancuso" userId="4c3828e5-f1a1-4786-85a9-c04a7c1c1108" providerId="ADAL" clId="{594AAAB1-6839-4162-B8E2-4977AAFF43D2}" dt="2024-10-12T22:36:50.120" v="3540" actId="478"/>
          <ac:spMkLst>
            <pc:docMk/>
            <pc:sldMk cId="2131847827" sldId="274"/>
            <ac:spMk id="8" creationId="{22FCBBCB-B09C-E601-6E7D-7FE37405B137}"/>
          </ac:spMkLst>
        </pc:spChg>
        <pc:spChg chg="add del mod">
          <ac:chgData name="Santo Mancuso" userId="4c3828e5-f1a1-4786-85a9-c04a7c1c1108" providerId="ADAL" clId="{594AAAB1-6839-4162-B8E2-4977AAFF43D2}" dt="2024-10-13T09:28:37.278" v="4279" actId="478"/>
          <ac:spMkLst>
            <pc:docMk/>
            <pc:sldMk cId="2131847827" sldId="274"/>
            <ac:spMk id="9" creationId="{BFA8B626-A529-F1D7-1CCE-EC6D8D481353}"/>
          </ac:spMkLst>
        </pc:spChg>
        <pc:spChg chg="add">
          <ac:chgData name="Santo Mancuso" userId="4c3828e5-f1a1-4786-85a9-c04a7c1c1108" providerId="ADAL" clId="{594AAAB1-6839-4162-B8E2-4977AAFF43D2}" dt="2024-10-13T09:20:23.276" v="4261"/>
          <ac:spMkLst>
            <pc:docMk/>
            <pc:sldMk cId="2131847827" sldId="274"/>
            <ac:spMk id="10" creationId="{D0ECEEAE-68C6-53D3-CF48-057A4EC16E85}"/>
          </ac:spMkLst>
        </pc:spChg>
        <pc:spChg chg="add">
          <ac:chgData name="Santo Mancuso" userId="4c3828e5-f1a1-4786-85a9-c04a7c1c1108" providerId="ADAL" clId="{594AAAB1-6839-4162-B8E2-4977AAFF43D2}" dt="2024-10-13T09:28:34.585" v="4278"/>
          <ac:spMkLst>
            <pc:docMk/>
            <pc:sldMk cId="2131847827" sldId="274"/>
            <ac:spMk id="13" creationId="{FF6FFEBE-E6CA-9052-15BB-774704F1B5E7}"/>
          </ac:spMkLst>
        </pc:spChg>
        <pc:spChg chg="add mod">
          <ac:chgData name="Santo Mancuso" userId="4c3828e5-f1a1-4786-85a9-c04a7c1c1108" providerId="ADAL" clId="{594AAAB1-6839-4162-B8E2-4977AAFF43D2}" dt="2024-10-16T08:28:07.859" v="10250" actId="14100"/>
          <ac:spMkLst>
            <pc:docMk/>
            <pc:sldMk cId="2131847827" sldId="274"/>
            <ac:spMk id="15" creationId="{93069C6C-CA84-DFD4-8A72-0D6AF6964EB4}"/>
          </ac:spMkLst>
        </pc:spChg>
        <pc:spChg chg="add del mod">
          <ac:chgData name="Santo Mancuso" userId="4c3828e5-f1a1-4786-85a9-c04a7c1c1108" providerId="ADAL" clId="{594AAAB1-6839-4162-B8E2-4977AAFF43D2}" dt="2024-10-13T09:34:01.579" v="4385"/>
          <ac:spMkLst>
            <pc:docMk/>
            <pc:sldMk cId="2131847827" sldId="274"/>
            <ac:spMk id="16" creationId="{6F5B89F5-9D26-C0C4-1D4B-94F4E92ACDED}"/>
          </ac:spMkLst>
        </pc:spChg>
        <pc:spChg chg="mod ord">
          <ac:chgData name="Santo Mancuso" userId="4c3828e5-f1a1-4786-85a9-c04a7c1c1108" providerId="ADAL" clId="{594AAAB1-6839-4162-B8E2-4977AAFF43D2}" dt="2024-10-16T08:45:28.616" v="10354" actId="20577"/>
          <ac:spMkLst>
            <pc:docMk/>
            <pc:sldMk cId="2131847827" sldId="274"/>
            <ac:spMk id="18" creationId="{2B02622B-053E-0168-E13B-35216CD4C64C}"/>
          </ac:spMkLst>
        </pc:spChg>
        <pc:spChg chg="del mod">
          <ac:chgData name="Santo Mancuso" userId="4c3828e5-f1a1-4786-85a9-c04a7c1c1108" providerId="ADAL" clId="{594AAAB1-6839-4162-B8E2-4977AAFF43D2}" dt="2024-10-12T21:06:28.637" v="2931" actId="6264"/>
          <ac:spMkLst>
            <pc:docMk/>
            <pc:sldMk cId="2131847827" sldId="274"/>
            <ac:spMk id="19" creationId="{C7162FC2-F85B-68C2-738C-970CF755C883}"/>
          </ac:spMkLst>
        </pc:spChg>
        <pc:spChg chg="add del mod">
          <ac:chgData name="Santo Mancuso" userId="4c3828e5-f1a1-4786-85a9-c04a7c1c1108" providerId="ADAL" clId="{594AAAB1-6839-4162-B8E2-4977AAFF43D2}" dt="2024-10-16T08:28:01.046" v="10249" actId="478"/>
          <ac:spMkLst>
            <pc:docMk/>
            <pc:sldMk cId="2131847827" sldId="274"/>
            <ac:spMk id="20" creationId="{E310F276-6C2D-37D5-1317-9C64F7D9275C}"/>
          </ac:spMkLst>
        </pc:spChg>
        <pc:spChg chg="add mod">
          <ac:chgData name="Santo Mancuso" userId="4c3828e5-f1a1-4786-85a9-c04a7c1c1108" providerId="ADAL" clId="{594AAAB1-6839-4162-B8E2-4977AAFF43D2}" dt="2024-10-16T08:30:27.447" v="10266" actId="20577"/>
          <ac:spMkLst>
            <pc:docMk/>
            <pc:sldMk cId="2131847827" sldId="274"/>
            <ac:spMk id="24" creationId="{EB30CC89-7841-110D-F989-A1023A679F08}"/>
          </ac:spMkLst>
        </pc:spChg>
        <pc:picChg chg="add del mod">
          <ac:chgData name="Santo Mancuso" userId="4c3828e5-f1a1-4786-85a9-c04a7c1c1108" providerId="ADAL" clId="{594AAAB1-6839-4162-B8E2-4977AAFF43D2}" dt="2024-10-13T09:28:31.891" v="4277" actId="478"/>
          <ac:picMkLst>
            <pc:docMk/>
            <pc:sldMk cId="2131847827" sldId="274"/>
            <ac:picMk id="12" creationId="{BD1CE7F6-AED0-4D77-CB99-250EE548C803}"/>
          </ac:picMkLst>
        </pc:picChg>
        <pc:picChg chg="add mod">
          <ac:chgData name="Santo Mancuso" userId="4c3828e5-f1a1-4786-85a9-c04a7c1c1108" providerId="ADAL" clId="{594AAAB1-6839-4162-B8E2-4977AAFF43D2}" dt="2024-10-16T08:30:05.466" v="10257" actId="1076"/>
          <ac:picMkLst>
            <pc:docMk/>
            <pc:sldMk cId="2131847827" sldId="274"/>
            <ac:picMk id="22" creationId="{67CC2A70-19C1-0C4F-F490-F8D0027EDC65}"/>
          </ac:picMkLst>
        </pc:picChg>
      </pc:sldChg>
      <pc:sldChg chg="addSp delSp modSp add del mod modTransition chgLayout">
        <pc:chgData name="Santo Mancuso" userId="4c3828e5-f1a1-4786-85a9-c04a7c1c1108" providerId="ADAL" clId="{594AAAB1-6839-4162-B8E2-4977AAFF43D2}" dt="2024-10-16T08:22:29.895" v="10172" actId="2696"/>
        <pc:sldMkLst>
          <pc:docMk/>
          <pc:sldMk cId="1054220647" sldId="275"/>
        </pc:sldMkLst>
        <pc:spChg chg="mod ord">
          <ac:chgData name="Santo Mancuso" userId="4c3828e5-f1a1-4786-85a9-c04a7c1c1108" providerId="ADAL" clId="{594AAAB1-6839-4162-B8E2-4977AAFF43D2}" dt="2024-10-12T21:06:17.587" v="2928" actId="6264"/>
          <ac:spMkLst>
            <pc:docMk/>
            <pc:sldMk cId="1054220647" sldId="275"/>
            <ac:spMk id="2" creationId="{F05C0037-378B-95EB-F4F7-5FBCF4027393}"/>
          </ac:spMkLst>
        </pc:spChg>
        <pc:spChg chg="add del mod">
          <ac:chgData name="Santo Mancuso" userId="4c3828e5-f1a1-4786-85a9-c04a7c1c1108" providerId="ADAL" clId="{594AAAB1-6839-4162-B8E2-4977AAFF43D2}" dt="2024-10-12T21:06:17.587" v="2928" actId="6264"/>
          <ac:spMkLst>
            <pc:docMk/>
            <pc:sldMk cId="1054220647" sldId="275"/>
            <ac:spMk id="3" creationId="{96392AF3-BDE0-6113-9329-120BB6F14512}"/>
          </ac:spMkLst>
        </pc:spChg>
        <pc:spChg chg="add del mod">
          <ac:chgData name="Santo Mancuso" userId="4c3828e5-f1a1-4786-85a9-c04a7c1c1108" providerId="ADAL" clId="{594AAAB1-6839-4162-B8E2-4977AAFF43D2}" dt="2024-10-12T21:06:17.587" v="2928" actId="6264"/>
          <ac:spMkLst>
            <pc:docMk/>
            <pc:sldMk cId="1054220647" sldId="275"/>
            <ac:spMk id="4" creationId="{CD541E43-03E9-436D-6DAC-5CB38A75BEF0}"/>
          </ac:spMkLst>
        </pc:spChg>
        <pc:spChg chg="add del mod ord">
          <ac:chgData name="Santo Mancuso" userId="4c3828e5-f1a1-4786-85a9-c04a7c1c1108" providerId="ADAL" clId="{594AAAB1-6839-4162-B8E2-4977AAFF43D2}" dt="2024-10-12T22:10:20.676" v="3335" actId="478"/>
          <ac:spMkLst>
            <pc:docMk/>
            <pc:sldMk cId="1054220647" sldId="275"/>
            <ac:spMk id="5" creationId="{BD98A8B4-4F18-F8B6-7E49-DCA026156084}"/>
          </ac:spMkLst>
        </pc:spChg>
        <pc:spChg chg="add mod">
          <ac:chgData name="Santo Mancuso" userId="4c3828e5-f1a1-4786-85a9-c04a7c1c1108" providerId="ADAL" clId="{594AAAB1-6839-4162-B8E2-4977AAFF43D2}" dt="2024-10-13T10:02:46.544" v="4454" actId="20577"/>
          <ac:spMkLst>
            <pc:docMk/>
            <pc:sldMk cId="1054220647" sldId="275"/>
            <ac:spMk id="7" creationId="{7359A2D7-7BA0-668A-510B-1C08BA205D7D}"/>
          </ac:spMkLst>
        </pc:spChg>
        <pc:spChg chg="mod ord">
          <ac:chgData name="Santo Mancuso" userId="4c3828e5-f1a1-4786-85a9-c04a7c1c1108" providerId="ADAL" clId="{594AAAB1-6839-4162-B8E2-4977AAFF43D2}" dt="2024-10-14T17:17:44.465" v="9892" actId="20577"/>
          <ac:spMkLst>
            <pc:docMk/>
            <pc:sldMk cId="1054220647" sldId="275"/>
            <ac:spMk id="18" creationId="{700548A4-FF1B-5CF4-D578-7C721D5E2881}"/>
          </ac:spMkLst>
        </pc:spChg>
        <pc:spChg chg="del">
          <ac:chgData name="Santo Mancuso" userId="4c3828e5-f1a1-4786-85a9-c04a7c1c1108" providerId="ADAL" clId="{594AAAB1-6839-4162-B8E2-4977AAFF43D2}" dt="2024-10-12T21:06:17.587" v="2928" actId="6264"/>
          <ac:spMkLst>
            <pc:docMk/>
            <pc:sldMk cId="1054220647" sldId="275"/>
            <ac:spMk id="19" creationId="{120A291B-E832-2192-FEE5-0403682100A7}"/>
          </ac:spMkLst>
        </pc:spChg>
        <pc:spChg chg="mod">
          <ac:chgData name="Santo Mancuso" userId="4c3828e5-f1a1-4786-85a9-c04a7c1c1108" providerId="ADAL" clId="{594AAAB1-6839-4162-B8E2-4977AAFF43D2}" dt="2024-10-13T10:14:45.315" v="4509" actId="164"/>
          <ac:spMkLst>
            <pc:docMk/>
            <pc:sldMk cId="1054220647" sldId="275"/>
            <ac:spMk id="20" creationId="{4532F481-AE5B-6D0F-916E-49B15D97F376}"/>
          </ac:spMkLst>
        </pc:spChg>
        <pc:spChg chg="mod">
          <ac:chgData name="Santo Mancuso" userId="4c3828e5-f1a1-4786-85a9-c04a7c1c1108" providerId="ADAL" clId="{594AAAB1-6839-4162-B8E2-4977AAFF43D2}" dt="2024-10-13T10:14:45.315" v="4509" actId="164"/>
          <ac:spMkLst>
            <pc:docMk/>
            <pc:sldMk cId="1054220647" sldId="275"/>
            <ac:spMk id="21" creationId="{7A6DFD03-0D56-988A-F725-F959B4F752AF}"/>
          </ac:spMkLst>
        </pc:spChg>
        <pc:spChg chg="add mod">
          <ac:chgData name="Santo Mancuso" userId="4c3828e5-f1a1-4786-85a9-c04a7c1c1108" providerId="ADAL" clId="{594AAAB1-6839-4162-B8E2-4977AAFF43D2}" dt="2024-10-12T22:12:12.795" v="3346"/>
          <ac:spMkLst>
            <pc:docMk/>
            <pc:sldMk cId="1054220647" sldId="275"/>
            <ac:spMk id="29" creationId="{70F0A539-12A7-5336-720F-F2771EE8D0DC}"/>
          </ac:spMkLst>
        </pc:spChg>
        <pc:spChg chg="add mod">
          <ac:chgData name="Santo Mancuso" userId="4c3828e5-f1a1-4786-85a9-c04a7c1c1108" providerId="ADAL" clId="{594AAAB1-6839-4162-B8E2-4977AAFF43D2}" dt="2024-10-13T10:02:49.455" v="4456" actId="20577"/>
          <ac:spMkLst>
            <pc:docMk/>
            <pc:sldMk cId="1054220647" sldId="275"/>
            <ac:spMk id="30" creationId="{ABF0DA91-F6DA-AA21-E217-974C0124AFA3}"/>
          </ac:spMkLst>
        </pc:spChg>
        <pc:grpChg chg="add mod">
          <ac:chgData name="Santo Mancuso" userId="4c3828e5-f1a1-4786-85a9-c04a7c1c1108" providerId="ADAL" clId="{594AAAB1-6839-4162-B8E2-4977AAFF43D2}" dt="2024-10-13T10:14:45.315" v="4509" actId="164"/>
          <ac:grpSpMkLst>
            <pc:docMk/>
            <pc:sldMk cId="1054220647" sldId="275"/>
            <ac:grpSpMk id="12" creationId="{42B35F9D-E429-A409-D413-B7CD5414AE52}"/>
          </ac:grpSpMkLst>
        </pc:grpChg>
        <pc:picChg chg="add del mod">
          <ac:chgData name="Santo Mancuso" userId="4c3828e5-f1a1-4786-85a9-c04a7c1c1108" providerId="ADAL" clId="{594AAAB1-6839-4162-B8E2-4977AAFF43D2}" dt="2024-10-12T22:32:48.252" v="3516" actId="478"/>
          <ac:picMkLst>
            <pc:docMk/>
            <pc:sldMk cId="1054220647" sldId="275"/>
            <ac:picMk id="6" creationId="{49325B89-2D4C-9925-63CA-D2DA062FCFB1}"/>
          </ac:picMkLst>
        </pc:picChg>
        <pc:picChg chg="add del mod">
          <ac:chgData name="Santo Mancuso" userId="4c3828e5-f1a1-4786-85a9-c04a7c1c1108" providerId="ADAL" clId="{594AAAB1-6839-4162-B8E2-4977AAFF43D2}" dt="2024-10-12T22:33:00.025" v="3517" actId="478"/>
          <ac:picMkLst>
            <pc:docMk/>
            <pc:sldMk cId="1054220647" sldId="275"/>
            <ac:picMk id="9" creationId="{EBE2459F-BFA7-7DE7-ACF3-7459C1C2556F}"/>
          </ac:picMkLst>
        </pc:picChg>
        <pc:picChg chg="add del mod modCrop">
          <ac:chgData name="Santo Mancuso" userId="4c3828e5-f1a1-4786-85a9-c04a7c1c1108" providerId="ADAL" clId="{594AAAB1-6839-4162-B8E2-4977AAFF43D2}" dt="2024-10-16T08:19:27.977" v="10100" actId="21"/>
          <ac:picMkLst>
            <pc:docMk/>
            <pc:sldMk cId="1054220647" sldId="275"/>
            <ac:picMk id="11" creationId="{2BE93E15-3B9A-325B-4DFA-CB784C2D1046}"/>
          </ac:picMkLst>
        </pc:picChg>
        <pc:picChg chg="add mod">
          <ac:chgData name="Santo Mancuso" userId="4c3828e5-f1a1-4786-85a9-c04a7c1c1108" providerId="ADAL" clId="{594AAAB1-6839-4162-B8E2-4977AAFF43D2}" dt="2024-10-12T22:12:46.601" v="3351" actId="1076"/>
          <ac:picMkLst>
            <pc:docMk/>
            <pc:sldMk cId="1054220647" sldId="275"/>
            <ac:picMk id="26" creationId="{432B5327-B306-BAC3-8D7D-B4C5A225A311}"/>
          </ac:picMkLst>
        </pc:picChg>
        <pc:picChg chg="add mod">
          <ac:chgData name="Santo Mancuso" userId="4c3828e5-f1a1-4786-85a9-c04a7c1c1108" providerId="ADAL" clId="{594AAAB1-6839-4162-B8E2-4977AAFF43D2}" dt="2024-10-12T22:12:12.795" v="3346"/>
          <ac:picMkLst>
            <pc:docMk/>
            <pc:sldMk cId="1054220647" sldId="275"/>
            <ac:picMk id="28" creationId="{D019B6F5-8FBC-97EE-4867-FB630F47373B}"/>
          </ac:picMkLst>
        </pc:picChg>
      </pc:sldChg>
      <pc:sldChg chg="addSp delSp modSp add mod modTransition chgLayout">
        <pc:chgData name="Santo Mancuso" userId="4c3828e5-f1a1-4786-85a9-c04a7c1c1108" providerId="ADAL" clId="{594AAAB1-6839-4162-B8E2-4977AAFF43D2}" dt="2024-10-16T08:48:02.940" v="10367" actId="20577"/>
        <pc:sldMkLst>
          <pc:docMk/>
          <pc:sldMk cId="841306215" sldId="276"/>
        </pc:sldMkLst>
        <pc:spChg chg="mod ord">
          <ac:chgData name="Santo Mancuso" userId="4c3828e5-f1a1-4786-85a9-c04a7c1c1108" providerId="ADAL" clId="{594AAAB1-6839-4162-B8E2-4977AAFF43D2}" dt="2024-10-12T21:06:57.988" v="2935" actId="6264"/>
          <ac:spMkLst>
            <pc:docMk/>
            <pc:sldMk cId="841306215" sldId="276"/>
            <ac:spMk id="2" creationId="{B619F5B1-BED7-1DCC-A5FD-985299D3AEA4}"/>
          </ac:spMkLst>
        </pc:spChg>
        <pc:spChg chg="add del mod">
          <ac:chgData name="Santo Mancuso" userId="4c3828e5-f1a1-4786-85a9-c04a7c1c1108" providerId="ADAL" clId="{594AAAB1-6839-4162-B8E2-4977AAFF43D2}" dt="2024-10-12T21:06:57.988" v="2935" actId="6264"/>
          <ac:spMkLst>
            <pc:docMk/>
            <pc:sldMk cId="841306215" sldId="276"/>
            <ac:spMk id="3" creationId="{A3E0F0E2-CC71-BE0E-E72B-76B2C528B5B4}"/>
          </ac:spMkLst>
        </pc:spChg>
        <pc:spChg chg="mod">
          <ac:chgData name="Santo Mancuso" userId="4c3828e5-f1a1-4786-85a9-c04a7c1c1108" providerId="ADAL" clId="{594AAAB1-6839-4162-B8E2-4977AAFF43D2}" dt="2024-10-13T13:27:06.216" v="5965" actId="20577"/>
          <ac:spMkLst>
            <pc:docMk/>
            <pc:sldMk cId="841306215" sldId="276"/>
            <ac:spMk id="4" creationId="{8736D331-E6C3-17E2-3BAA-5382AF0252B7}"/>
          </ac:spMkLst>
        </pc:spChg>
        <pc:spChg chg="del">
          <ac:chgData name="Santo Mancuso" userId="4c3828e5-f1a1-4786-85a9-c04a7c1c1108" providerId="ADAL" clId="{594AAAB1-6839-4162-B8E2-4977AAFF43D2}" dt="2024-10-15T15:18:58.278" v="9953" actId="478"/>
          <ac:spMkLst>
            <pc:docMk/>
            <pc:sldMk cId="841306215" sldId="276"/>
            <ac:spMk id="6" creationId="{3711DBEE-6F6B-0907-BE8F-560176552817}"/>
          </ac:spMkLst>
        </pc:spChg>
        <pc:spChg chg="add del mod">
          <ac:chgData name="Santo Mancuso" userId="4c3828e5-f1a1-4786-85a9-c04a7c1c1108" providerId="ADAL" clId="{594AAAB1-6839-4162-B8E2-4977AAFF43D2}" dt="2024-10-12T21:06:57.988" v="2935" actId="6264"/>
          <ac:spMkLst>
            <pc:docMk/>
            <pc:sldMk cId="841306215" sldId="276"/>
            <ac:spMk id="6" creationId="{BD4C478F-7B9D-3849-4D5F-4626E244E4E3}"/>
          </ac:spMkLst>
        </pc:spChg>
        <pc:spChg chg="add del mod ord">
          <ac:chgData name="Santo Mancuso" userId="4c3828e5-f1a1-4786-85a9-c04a7c1c1108" providerId="ADAL" clId="{594AAAB1-6839-4162-B8E2-4977AAFF43D2}" dt="2024-10-13T10:58:08.468" v="4715" actId="478"/>
          <ac:spMkLst>
            <pc:docMk/>
            <pc:sldMk cId="841306215" sldId="276"/>
            <ac:spMk id="7" creationId="{197E0376-9F74-20FA-C1FB-E4343E2BC64D}"/>
          </ac:spMkLst>
        </pc:spChg>
        <pc:spChg chg="add mod">
          <ac:chgData name="Santo Mancuso" userId="4c3828e5-f1a1-4786-85a9-c04a7c1c1108" providerId="ADAL" clId="{594AAAB1-6839-4162-B8E2-4977AAFF43D2}" dt="2024-10-16T08:48:02.940" v="10367" actId="20577"/>
          <ac:spMkLst>
            <pc:docMk/>
            <pc:sldMk cId="841306215" sldId="276"/>
            <ac:spMk id="8" creationId="{1143D7C3-3AB7-D8B2-E301-8765086FA61C}"/>
          </ac:spMkLst>
        </pc:spChg>
        <pc:spChg chg="add">
          <ac:chgData name="Santo Mancuso" userId="4c3828e5-f1a1-4786-85a9-c04a7c1c1108" providerId="ADAL" clId="{594AAAB1-6839-4162-B8E2-4977AAFF43D2}" dt="2024-10-13T13:03:39.565" v="5149"/>
          <ac:spMkLst>
            <pc:docMk/>
            <pc:sldMk cId="841306215" sldId="276"/>
            <ac:spMk id="9" creationId="{A6627751-7343-8027-1A45-35840B08C2BC}"/>
          </ac:spMkLst>
        </pc:spChg>
        <pc:spChg chg="add">
          <ac:chgData name="Santo Mancuso" userId="4c3828e5-f1a1-4786-85a9-c04a7c1c1108" providerId="ADAL" clId="{594AAAB1-6839-4162-B8E2-4977AAFF43D2}" dt="2024-10-13T13:17:29.879" v="5711"/>
          <ac:spMkLst>
            <pc:docMk/>
            <pc:sldMk cId="841306215" sldId="276"/>
            <ac:spMk id="10" creationId="{D98979AA-D685-7CC6-DCA3-797AD2321B40}"/>
          </ac:spMkLst>
        </pc:spChg>
        <pc:spChg chg="mod ord">
          <ac:chgData name="Santo Mancuso" userId="4c3828e5-f1a1-4786-85a9-c04a7c1c1108" providerId="ADAL" clId="{594AAAB1-6839-4162-B8E2-4977AAFF43D2}" dt="2024-10-16T08:45:57.121" v="10362" actId="20577"/>
          <ac:spMkLst>
            <pc:docMk/>
            <pc:sldMk cId="841306215" sldId="276"/>
            <ac:spMk id="18" creationId="{0B570CDD-B2B0-D3A9-C0CF-B9E9599041E6}"/>
          </ac:spMkLst>
        </pc:spChg>
        <pc:spChg chg="del">
          <ac:chgData name="Santo Mancuso" userId="4c3828e5-f1a1-4786-85a9-c04a7c1c1108" providerId="ADAL" clId="{594AAAB1-6839-4162-B8E2-4977AAFF43D2}" dt="2024-10-12T21:06:57.988" v="2935" actId="6264"/>
          <ac:spMkLst>
            <pc:docMk/>
            <pc:sldMk cId="841306215" sldId="276"/>
            <ac:spMk id="19" creationId="{7F2E4B6A-82D7-522E-AB0F-7F4D4F68AE52}"/>
          </ac:spMkLst>
        </pc:spChg>
      </pc:sldChg>
      <pc:sldChg chg="addSp delSp modSp add mod modTransition">
        <pc:chgData name="Santo Mancuso" userId="4c3828e5-f1a1-4786-85a9-c04a7c1c1108" providerId="ADAL" clId="{594AAAB1-6839-4162-B8E2-4977AAFF43D2}" dt="2024-10-16T08:50:21.565" v="10376" actId="20577"/>
        <pc:sldMkLst>
          <pc:docMk/>
          <pc:sldMk cId="3952889814" sldId="277"/>
        </pc:sldMkLst>
        <pc:spChg chg="mod">
          <ac:chgData name="Santo Mancuso" userId="4c3828e5-f1a1-4786-85a9-c04a7c1c1108" providerId="ADAL" clId="{594AAAB1-6839-4162-B8E2-4977AAFF43D2}" dt="2024-10-13T14:42:23.080" v="7101" actId="14100"/>
          <ac:spMkLst>
            <pc:docMk/>
            <pc:sldMk cId="3952889814" sldId="277"/>
            <ac:spMk id="2" creationId="{91621CDD-1976-4B50-25F3-908D205758F9}"/>
          </ac:spMkLst>
        </pc:spChg>
        <pc:spChg chg="add mod">
          <ac:chgData name="Santo Mancuso" userId="4c3828e5-f1a1-4786-85a9-c04a7c1c1108" providerId="ADAL" clId="{594AAAB1-6839-4162-B8E2-4977AAFF43D2}" dt="2024-10-13T15:02:17.283" v="7868" actId="1076"/>
          <ac:spMkLst>
            <pc:docMk/>
            <pc:sldMk cId="3952889814" sldId="277"/>
            <ac:spMk id="3" creationId="{DA3EF4C0-25FA-0D28-5BE8-6EE01E36C324}"/>
          </ac:spMkLst>
        </pc:spChg>
        <pc:spChg chg="mod">
          <ac:chgData name="Santo Mancuso" userId="4c3828e5-f1a1-4786-85a9-c04a7c1c1108" providerId="ADAL" clId="{594AAAB1-6839-4162-B8E2-4977AAFF43D2}" dt="2024-10-12T21:15:13.549" v="2999" actId="20577"/>
          <ac:spMkLst>
            <pc:docMk/>
            <pc:sldMk cId="3952889814" sldId="277"/>
            <ac:spMk id="6" creationId="{2F039628-2F79-5492-3801-3D18D5A08605}"/>
          </ac:spMkLst>
        </pc:spChg>
        <pc:spChg chg="del">
          <ac:chgData name="Santo Mancuso" userId="4c3828e5-f1a1-4786-85a9-c04a7c1c1108" providerId="ADAL" clId="{594AAAB1-6839-4162-B8E2-4977AAFF43D2}" dt="2024-10-13T14:43:44.680" v="7102"/>
          <ac:spMkLst>
            <pc:docMk/>
            <pc:sldMk cId="3952889814" sldId="277"/>
            <ac:spMk id="7" creationId="{555AC114-F905-36CB-5E14-2F7C1B6230DF}"/>
          </ac:spMkLst>
        </pc:spChg>
        <pc:spChg chg="add mod">
          <ac:chgData name="Santo Mancuso" userId="4c3828e5-f1a1-4786-85a9-c04a7c1c1108" providerId="ADAL" clId="{594AAAB1-6839-4162-B8E2-4977AAFF43D2}" dt="2024-10-16T08:50:21.565" v="10376" actId="20577"/>
          <ac:spMkLst>
            <pc:docMk/>
            <pc:sldMk cId="3952889814" sldId="277"/>
            <ac:spMk id="8" creationId="{8E09A2A4-BE5C-8D69-6E5C-412928E9A75D}"/>
          </ac:spMkLst>
        </pc:spChg>
        <pc:picChg chg="add mod">
          <ac:chgData name="Santo Mancuso" userId="4c3828e5-f1a1-4786-85a9-c04a7c1c1108" providerId="ADAL" clId="{594AAAB1-6839-4162-B8E2-4977AAFF43D2}" dt="2024-10-13T15:02:23.133" v="7869" actId="14100"/>
          <ac:picMkLst>
            <pc:docMk/>
            <pc:sldMk cId="3952889814" sldId="277"/>
            <ac:picMk id="5" creationId="{6129EAB1-BBD4-39B9-B94B-99E8AA54DF9A}"/>
          </ac:picMkLst>
        </pc:picChg>
      </pc:sldChg>
      <pc:sldChg chg="addSp delSp modSp add mod ord modTransition">
        <pc:chgData name="Santo Mancuso" userId="4c3828e5-f1a1-4786-85a9-c04a7c1c1108" providerId="ADAL" clId="{594AAAB1-6839-4162-B8E2-4977AAFF43D2}" dt="2024-10-16T16:49:19.411" v="10463" actId="20577"/>
        <pc:sldMkLst>
          <pc:docMk/>
          <pc:sldMk cId="523023328" sldId="278"/>
        </pc:sldMkLst>
        <pc:spChg chg="mod">
          <ac:chgData name="Santo Mancuso" userId="4c3828e5-f1a1-4786-85a9-c04a7c1c1108" providerId="ADAL" clId="{594AAAB1-6839-4162-B8E2-4977AAFF43D2}" dt="2024-10-12T21:16:39.390" v="3029" actId="14100"/>
          <ac:spMkLst>
            <pc:docMk/>
            <pc:sldMk cId="523023328" sldId="278"/>
            <ac:spMk id="2" creationId="{D915A80F-812F-6132-6B73-7154CEBF67DF}"/>
          </ac:spMkLst>
        </pc:spChg>
        <pc:spChg chg="add mod">
          <ac:chgData name="Santo Mancuso" userId="4c3828e5-f1a1-4786-85a9-c04a7c1c1108" providerId="ADAL" clId="{594AAAB1-6839-4162-B8E2-4977AAFF43D2}" dt="2024-10-16T08:50:34.634" v="10381" actId="20577"/>
          <ac:spMkLst>
            <pc:docMk/>
            <pc:sldMk cId="523023328" sldId="278"/>
            <ac:spMk id="5" creationId="{60F84FC9-2E0A-0293-A554-110EF4C35C98}"/>
          </ac:spMkLst>
        </pc:spChg>
        <pc:spChg chg="mod">
          <ac:chgData name="Santo Mancuso" userId="4c3828e5-f1a1-4786-85a9-c04a7c1c1108" providerId="ADAL" clId="{594AAAB1-6839-4162-B8E2-4977AAFF43D2}" dt="2024-10-16T16:49:19.411" v="10463" actId="20577"/>
          <ac:spMkLst>
            <pc:docMk/>
            <pc:sldMk cId="523023328" sldId="278"/>
            <ac:spMk id="6" creationId="{A8521CCD-209C-FE7F-8E4A-18A91FE11721}"/>
          </ac:spMkLst>
        </pc:spChg>
        <pc:spChg chg="del">
          <ac:chgData name="Santo Mancuso" userId="4c3828e5-f1a1-4786-85a9-c04a7c1c1108" providerId="ADAL" clId="{594AAAB1-6839-4162-B8E2-4977AAFF43D2}" dt="2024-10-14T16:58:18.743" v="9563"/>
          <ac:spMkLst>
            <pc:docMk/>
            <pc:sldMk cId="523023328" sldId="278"/>
            <ac:spMk id="7" creationId="{D9B7713F-BFC1-3B6D-8A4A-C66503764233}"/>
          </ac:spMkLst>
        </pc:spChg>
        <pc:picChg chg="add mod">
          <ac:chgData name="Santo Mancuso" userId="4c3828e5-f1a1-4786-85a9-c04a7c1c1108" providerId="ADAL" clId="{594AAAB1-6839-4162-B8E2-4977AAFF43D2}" dt="2024-10-14T17:02:52.552" v="9711" actId="1076"/>
          <ac:picMkLst>
            <pc:docMk/>
            <pc:sldMk cId="523023328" sldId="278"/>
            <ac:picMk id="4" creationId="{218AC3CB-54F9-AE8F-AB11-C8A8E51CA8DF}"/>
          </ac:picMkLst>
        </pc:picChg>
      </pc:sldChg>
      <pc:sldChg chg="addSp delSp modSp add mod modTransition">
        <pc:chgData name="Santo Mancuso" userId="4c3828e5-f1a1-4786-85a9-c04a7c1c1108" providerId="ADAL" clId="{594AAAB1-6839-4162-B8E2-4977AAFF43D2}" dt="2024-10-16T16:22:08.098" v="10391" actId="20577"/>
        <pc:sldMkLst>
          <pc:docMk/>
          <pc:sldMk cId="1820578200" sldId="279"/>
        </pc:sldMkLst>
        <pc:spChg chg="mod">
          <ac:chgData name="Santo Mancuso" userId="4c3828e5-f1a1-4786-85a9-c04a7c1c1108" providerId="ADAL" clId="{594AAAB1-6839-4162-B8E2-4977AAFF43D2}" dt="2024-10-12T21:16:48.010" v="3032" actId="14100"/>
          <ac:spMkLst>
            <pc:docMk/>
            <pc:sldMk cId="1820578200" sldId="279"/>
            <ac:spMk id="2" creationId="{53AD4E81-8183-DD05-1CE2-B47F7F2AF626}"/>
          </ac:spMkLst>
        </pc:spChg>
        <pc:spChg chg="add mod">
          <ac:chgData name="Santo Mancuso" userId="4c3828e5-f1a1-4786-85a9-c04a7c1c1108" providerId="ADAL" clId="{594AAAB1-6839-4162-B8E2-4977AAFF43D2}" dt="2024-10-16T08:50:29.444" v="10379" actId="20577"/>
          <ac:spMkLst>
            <pc:docMk/>
            <pc:sldMk cId="1820578200" sldId="279"/>
            <ac:spMk id="5" creationId="{705A517A-B705-212C-69D2-15F39990D5F1}"/>
          </ac:spMkLst>
        </pc:spChg>
        <pc:spChg chg="mod">
          <ac:chgData name="Santo Mancuso" userId="4c3828e5-f1a1-4786-85a9-c04a7c1c1108" providerId="ADAL" clId="{594AAAB1-6839-4162-B8E2-4977AAFF43D2}" dt="2024-10-16T16:22:08.098" v="10391" actId="20577"/>
          <ac:spMkLst>
            <pc:docMk/>
            <pc:sldMk cId="1820578200" sldId="279"/>
            <ac:spMk id="6" creationId="{45E4CE08-0674-C620-03D8-F36BE9D59286}"/>
          </ac:spMkLst>
        </pc:spChg>
        <pc:spChg chg="del">
          <ac:chgData name="Santo Mancuso" userId="4c3828e5-f1a1-4786-85a9-c04a7c1c1108" providerId="ADAL" clId="{594AAAB1-6839-4162-B8E2-4977AAFF43D2}" dt="2024-10-14T16:57:42.372" v="9560" actId="478"/>
          <ac:spMkLst>
            <pc:docMk/>
            <pc:sldMk cId="1820578200" sldId="279"/>
            <ac:spMk id="7" creationId="{50FC9A50-9329-6FA6-1FBE-BCF2280D66DC}"/>
          </ac:spMkLst>
        </pc:spChg>
        <pc:spChg chg="add mod">
          <ac:chgData name="Santo Mancuso" userId="4c3828e5-f1a1-4786-85a9-c04a7c1c1108" providerId="ADAL" clId="{594AAAB1-6839-4162-B8E2-4977AAFF43D2}" dt="2024-10-14T17:06:47.609" v="9751"/>
          <ac:spMkLst>
            <pc:docMk/>
            <pc:sldMk cId="1820578200" sldId="279"/>
            <ac:spMk id="8" creationId="{F965694B-E574-F181-2473-326899E62567}"/>
          </ac:spMkLst>
        </pc:spChg>
        <pc:picChg chg="add mod">
          <ac:chgData name="Santo Mancuso" userId="4c3828e5-f1a1-4786-85a9-c04a7c1c1108" providerId="ADAL" clId="{594AAAB1-6839-4162-B8E2-4977AAFF43D2}" dt="2024-10-14T16:57:45.150" v="9562" actId="1076"/>
          <ac:picMkLst>
            <pc:docMk/>
            <pc:sldMk cId="1820578200" sldId="279"/>
            <ac:picMk id="4" creationId="{3A93CF66-FD87-7CFB-AF34-401C38B4C9CA}"/>
          </ac:picMkLst>
        </pc:picChg>
      </pc:sldChg>
      <pc:sldChg chg="delSp new mod modTransition">
        <pc:chgData name="Santo Mancuso" userId="4c3828e5-f1a1-4786-85a9-c04a7c1c1108" providerId="ADAL" clId="{594AAAB1-6839-4162-B8E2-4977AAFF43D2}" dt="2024-10-12T21:42:57.237" v="3164"/>
        <pc:sldMkLst>
          <pc:docMk/>
          <pc:sldMk cId="2757652663" sldId="280"/>
        </pc:sldMkLst>
        <pc:spChg chg="del">
          <ac:chgData name="Santo Mancuso" userId="4c3828e5-f1a1-4786-85a9-c04a7c1c1108" providerId="ADAL" clId="{594AAAB1-6839-4162-B8E2-4977AAFF43D2}" dt="2024-10-12T21:39:10.947" v="3154" actId="478"/>
          <ac:spMkLst>
            <pc:docMk/>
            <pc:sldMk cId="2757652663" sldId="280"/>
            <ac:spMk id="2" creationId="{B88433B5-BB5B-3C7B-EA80-2DA61DED1BF8}"/>
          </ac:spMkLst>
        </pc:spChg>
      </pc:sldChg>
      <pc:sldChg chg="addSp delSp modSp new mod">
        <pc:chgData name="Santo Mancuso" userId="4c3828e5-f1a1-4786-85a9-c04a7c1c1108" providerId="ADAL" clId="{594AAAB1-6839-4162-B8E2-4977AAFF43D2}" dt="2024-10-16T09:21:22.485" v="10383" actId="1076"/>
        <pc:sldMkLst>
          <pc:docMk/>
          <pc:sldMk cId="2916968332" sldId="281"/>
        </pc:sldMkLst>
        <pc:spChg chg="mod">
          <ac:chgData name="Santo Mancuso" userId="4c3828e5-f1a1-4786-85a9-c04a7c1c1108" providerId="ADAL" clId="{594AAAB1-6839-4162-B8E2-4977AAFF43D2}" dt="2024-10-14T16:10:50.613" v="8929" actId="20577"/>
          <ac:spMkLst>
            <pc:docMk/>
            <pc:sldMk cId="2916968332" sldId="281"/>
            <ac:spMk id="2" creationId="{B33E34C7-CA2B-D971-D3A4-98BBA96FB00F}"/>
          </ac:spMkLst>
        </pc:spChg>
        <pc:spChg chg="del">
          <ac:chgData name="Santo Mancuso" userId="4c3828e5-f1a1-4786-85a9-c04a7c1c1108" providerId="ADAL" clId="{594AAAB1-6839-4162-B8E2-4977AAFF43D2}" dt="2024-10-13T09:43:09.577" v="4409" actId="478"/>
          <ac:spMkLst>
            <pc:docMk/>
            <pc:sldMk cId="2916968332" sldId="281"/>
            <ac:spMk id="3" creationId="{397A1C35-9BCB-C739-78F1-07C9BC290503}"/>
          </ac:spMkLst>
        </pc:spChg>
        <pc:spChg chg="add del mod">
          <ac:chgData name="Santo Mancuso" userId="4c3828e5-f1a1-4786-85a9-c04a7c1c1108" providerId="ADAL" clId="{594AAAB1-6839-4162-B8E2-4977AAFF43D2}" dt="2024-10-14T16:28:28.450" v="9118" actId="478"/>
          <ac:spMkLst>
            <pc:docMk/>
            <pc:sldMk cId="2916968332" sldId="281"/>
            <ac:spMk id="3" creationId="{FFFA7743-7788-A391-9C0F-9B9AE28311FB}"/>
          </ac:spMkLst>
        </pc:spChg>
        <pc:spChg chg="add mod">
          <ac:chgData name="Santo Mancuso" userId="4c3828e5-f1a1-4786-85a9-c04a7c1c1108" providerId="ADAL" clId="{594AAAB1-6839-4162-B8E2-4977AAFF43D2}" dt="2024-10-14T16:48:39.855" v="9429" actId="1076"/>
          <ac:spMkLst>
            <pc:docMk/>
            <pc:sldMk cId="2916968332" sldId="281"/>
            <ac:spMk id="5" creationId="{03A19A8A-6C57-5B0A-8BC6-2F44018DF5E0}"/>
          </ac:spMkLst>
        </pc:spChg>
        <pc:spChg chg="add del mod">
          <ac:chgData name="Santo Mancuso" userId="4c3828e5-f1a1-4786-85a9-c04a7c1c1108" providerId="ADAL" clId="{594AAAB1-6839-4162-B8E2-4977AAFF43D2}" dt="2024-10-14T16:48:31.158" v="9427" actId="478"/>
          <ac:spMkLst>
            <pc:docMk/>
            <pc:sldMk cId="2916968332" sldId="281"/>
            <ac:spMk id="6" creationId="{6D46BDDD-4BFE-E7EE-C34E-BB88D54860B7}"/>
          </ac:spMkLst>
        </pc:spChg>
        <pc:spChg chg="add mod">
          <ac:chgData name="Santo Mancuso" userId="4c3828e5-f1a1-4786-85a9-c04a7c1c1108" providerId="ADAL" clId="{594AAAB1-6839-4162-B8E2-4977AAFF43D2}" dt="2024-10-14T16:48:39.855" v="9429" actId="1076"/>
          <ac:spMkLst>
            <pc:docMk/>
            <pc:sldMk cId="2916968332" sldId="281"/>
            <ac:spMk id="7" creationId="{09F46A71-7801-EB61-DF10-8A21CE551409}"/>
          </ac:spMkLst>
        </pc:spChg>
        <pc:spChg chg="add mod">
          <ac:chgData name="Santo Mancuso" userId="4c3828e5-f1a1-4786-85a9-c04a7c1c1108" providerId="ADAL" clId="{594AAAB1-6839-4162-B8E2-4977AAFF43D2}" dt="2024-10-16T08:37:35.983" v="10327" actId="1076"/>
          <ac:spMkLst>
            <pc:docMk/>
            <pc:sldMk cId="2916968332" sldId="281"/>
            <ac:spMk id="8" creationId="{435AA524-B473-C37D-5074-75D92DC3ECDF}"/>
          </ac:spMkLst>
        </pc:spChg>
        <pc:spChg chg="add mod">
          <ac:chgData name="Santo Mancuso" userId="4c3828e5-f1a1-4786-85a9-c04a7c1c1108" providerId="ADAL" clId="{594AAAB1-6839-4162-B8E2-4977AAFF43D2}" dt="2024-10-14T16:51:54.007" v="9460" actId="1076"/>
          <ac:spMkLst>
            <pc:docMk/>
            <pc:sldMk cId="2916968332" sldId="281"/>
            <ac:spMk id="9" creationId="{7BD5C96B-C499-E26A-37B5-80FB7F81BF81}"/>
          </ac:spMkLst>
        </pc:spChg>
        <pc:spChg chg="add mod">
          <ac:chgData name="Santo Mancuso" userId="4c3828e5-f1a1-4786-85a9-c04a7c1c1108" providerId="ADAL" clId="{594AAAB1-6839-4162-B8E2-4977AAFF43D2}" dt="2024-10-16T08:17:25.129" v="10063" actId="1076"/>
          <ac:spMkLst>
            <pc:docMk/>
            <pc:sldMk cId="2916968332" sldId="281"/>
            <ac:spMk id="10" creationId="{7B5D7494-28A4-6AF5-75E2-EE8C3B4EDF88}"/>
          </ac:spMkLst>
        </pc:spChg>
        <pc:spChg chg="add mod">
          <ac:chgData name="Santo Mancuso" userId="4c3828e5-f1a1-4786-85a9-c04a7c1c1108" providerId="ADAL" clId="{594AAAB1-6839-4162-B8E2-4977AAFF43D2}" dt="2024-10-16T09:21:22.485" v="10383" actId="1076"/>
          <ac:spMkLst>
            <pc:docMk/>
            <pc:sldMk cId="2916968332" sldId="281"/>
            <ac:spMk id="11" creationId="{DE59E977-FE74-739D-D88B-32674E1F0FB9}"/>
          </ac:spMkLst>
        </pc:spChg>
        <pc:spChg chg="add del mod">
          <ac:chgData name="Santo Mancuso" userId="4c3828e5-f1a1-4786-85a9-c04a7c1c1108" providerId="ADAL" clId="{594AAAB1-6839-4162-B8E2-4977AAFF43D2}" dt="2024-10-14T16:28:39.168" v="9122" actId="478"/>
          <ac:spMkLst>
            <pc:docMk/>
            <pc:sldMk cId="2916968332" sldId="281"/>
            <ac:spMk id="12" creationId="{DEC90141-6B8C-26B3-9375-5DF09EF82BE8}"/>
          </ac:spMkLst>
        </pc:spChg>
        <pc:spChg chg="add mod">
          <ac:chgData name="Santo Mancuso" userId="4c3828e5-f1a1-4786-85a9-c04a7c1c1108" providerId="ADAL" clId="{594AAAB1-6839-4162-B8E2-4977AAFF43D2}" dt="2024-10-14T16:51:30.266" v="9456" actId="1076"/>
          <ac:spMkLst>
            <pc:docMk/>
            <pc:sldMk cId="2916968332" sldId="281"/>
            <ac:spMk id="18" creationId="{247EDF5D-BD22-8C9A-4631-9BF761F24DB8}"/>
          </ac:spMkLst>
        </pc:spChg>
        <pc:spChg chg="add del mod">
          <ac:chgData name="Santo Mancuso" userId="4c3828e5-f1a1-4786-85a9-c04a7c1c1108" providerId="ADAL" clId="{594AAAB1-6839-4162-B8E2-4977AAFF43D2}" dt="2024-10-14T16:07:55.125" v="8872" actId="478"/>
          <ac:spMkLst>
            <pc:docMk/>
            <pc:sldMk cId="2916968332" sldId="281"/>
            <ac:spMk id="19" creationId="{A6DD421E-0A85-25BD-1910-D33EC5B68522}"/>
          </ac:spMkLst>
        </pc:spChg>
        <pc:spChg chg="add del mod">
          <ac:chgData name="Santo Mancuso" userId="4c3828e5-f1a1-4786-85a9-c04a7c1c1108" providerId="ADAL" clId="{594AAAB1-6839-4162-B8E2-4977AAFF43D2}" dt="2024-10-14T15:59:31.821" v="8717" actId="478"/>
          <ac:spMkLst>
            <pc:docMk/>
            <pc:sldMk cId="2916968332" sldId="281"/>
            <ac:spMk id="20" creationId="{9B430BA6-1F9B-5446-C5C9-B1EE14F88E78}"/>
          </ac:spMkLst>
        </pc:spChg>
        <pc:spChg chg="add del mod">
          <ac:chgData name="Santo Mancuso" userId="4c3828e5-f1a1-4786-85a9-c04a7c1c1108" providerId="ADAL" clId="{594AAAB1-6839-4162-B8E2-4977AAFF43D2}" dt="2024-10-14T16:07:53.973" v="8871" actId="478"/>
          <ac:spMkLst>
            <pc:docMk/>
            <pc:sldMk cId="2916968332" sldId="281"/>
            <ac:spMk id="21" creationId="{22CEC94C-A8DF-C4F5-7258-4122EBE64CEC}"/>
          </ac:spMkLst>
        </pc:spChg>
        <pc:spChg chg="add mod ord">
          <ac:chgData name="Santo Mancuso" userId="4c3828e5-f1a1-4786-85a9-c04a7c1c1108" providerId="ADAL" clId="{594AAAB1-6839-4162-B8E2-4977AAFF43D2}" dt="2024-10-15T17:32:24.412" v="10028" actId="14100"/>
          <ac:spMkLst>
            <pc:docMk/>
            <pc:sldMk cId="2916968332" sldId="281"/>
            <ac:spMk id="42" creationId="{7FFDD451-4134-8A6D-82BF-4FC254A56BDB}"/>
          </ac:spMkLst>
        </pc:spChg>
        <pc:spChg chg="add mod">
          <ac:chgData name="Santo Mancuso" userId="4c3828e5-f1a1-4786-85a9-c04a7c1c1108" providerId="ADAL" clId="{594AAAB1-6839-4162-B8E2-4977AAFF43D2}" dt="2024-10-16T08:43:13.975" v="10340" actId="20577"/>
          <ac:spMkLst>
            <pc:docMk/>
            <pc:sldMk cId="2916968332" sldId="281"/>
            <ac:spMk id="46" creationId="{448F4718-2A9F-3089-A6E5-B5D320153314}"/>
          </ac:spMkLst>
        </pc:spChg>
        <pc:spChg chg="add del mod">
          <ac:chgData name="Santo Mancuso" userId="4c3828e5-f1a1-4786-85a9-c04a7c1c1108" providerId="ADAL" clId="{594AAAB1-6839-4162-B8E2-4977AAFF43D2}" dt="2024-10-16T08:37:06.904" v="10319" actId="14100"/>
          <ac:spMkLst>
            <pc:docMk/>
            <pc:sldMk cId="2916968332" sldId="281"/>
            <ac:spMk id="47" creationId="{C8FAFD17-A9CB-0A28-5841-80724BFFF89F}"/>
          </ac:spMkLst>
        </pc:spChg>
        <pc:spChg chg="add mod">
          <ac:chgData name="Santo Mancuso" userId="4c3828e5-f1a1-4786-85a9-c04a7c1c1108" providerId="ADAL" clId="{594AAAB1-6839-4162-B8E2-4977AAFF43D2}" dt="2024-10-16T08:37:11.427" v="10320" actId="1076"/>
          <ac:spMkLst>
            <pc:docMk/>
            <pc:sldMk cId="2916968332" sldId="281"/>
            <ac:spMk id="48" creationId="{58F14A3A-81CC-F235-DAAB-A9610C258749}"/>
          </ac:spMkLst>
        </pc:spChg>
        <pc:spChg chg="add del mod">
          <ac:chgData name="Santo Mancuso" userId="4c3828e5-f1a1-4786-85a9-c04a7c1c1108" providerId="ADAL" clId="{594AAAB1-6839-4162-B8E2-4977AAFF43D2}" dt="2024-10-16T08:33:41.951" v="10295" actId="478"/>
          <ac:spMkLst>
            <pc:docMk/>
            <pc:sldMk cId="2916968332" sldId="281"/>
            <ac:spMk id="49" creationId="{B5D13518-5BF2-68B8-5450-B2F1D2D9B865}"/>
          </ac:spMkLst>
        </pc:spChg>
        <pc:spChg chg="add mod">
          <ac:chgData name="Santo Mancuso" userId="4c3828e5-f1a1-4786-85a9-c04a7c1c1108" providerId="ADAL" clId="{594AAAB1-6839-4162-B8E2-4977AAFF43D2}" dt="2024-10-16T08:43:17.022" v="10344" actId="20577"/>
          <ac:spMkLst>
            <pc:docMk/>
            <pc:sldMk cId="2916968332" sldId="281"/>
            <ac:spMk id="50" creationId="{B98C16CF-E3EC-81CD-3AEA-AE03F94E5113}"/>
          </ac:spMkLst>
        </pc:spChg>
        <pc:spChg chg="add mod">
          <ac:chgData name="Santo Mancuso" userId="4c3828e5-f1a1-4786-85a9-c04a7c1c1108" providerId="ADAL" clId="{594AAAB1-6839-4162-B8E2-4977AAFF43D2}" dt="2024-10-16T08:32:48.043" v="10274" actId="14100"/>
          <ac:spMkLst>
            <pc:docMk/>
            <pc:sldMk cId="2916968332" sldId="281"/>
            <ac:spMk id="59" creationId="{72A63C78-CFE7-AB86-C155-95156C0BEA93}"/>
          </ac:spMkLst>
        </pc:spChg>
        <pc:spChg chg="add del mod">
          <ac:chgData name="Santo Mancuso" userId="4c3828e5-f1a1-4786-85a9-c04a7c1c1108" providerId="ADAL" clId="{594AAAB1-6839-4162-B8E2-4977AAFF43D2}" dt="2024-10-14T16:50:00.238" v="9448" actId="478"/>
          <ac:spMkLst>
            <pc:docMk/>
            <pc:sldMk cId="2916968332" sldId="281"/>
            <ac:spMk id="100" creationId="{5A74E06B-354C-D2BE-38E8-A8A520A6AF7C}"/>
          </ac:spMkLst>
        </pc:spChg>
        <pc:spChg chg="add del mod">
          <ac:chgData name="Santo Mancuso" userId="4c3828e5-f1a1-4786-85a9-c04a7c1c1108" providerId="ADAL" clId="{594AAAB1-6839-4162-B8E2-4977AAFF43D2}" dt="2024-10-14T16:49:56.388" v="9447" actId="478"/>
          <ac:spMkLst>
            <pc:docMk/>
            <pc:sldMk cId="2916968332" sldId="281"/>
            <ac:spMk id="101" creationId="{39DF9AA7-6805-B973-2FFA-A01C6B942715}"/>
          </ac:spMkLst>
        </pc:spChg>
        <pc:spChg chg="add mod">
          <ac:chgData name="Santo Mancuso" userId="4c3828e5-f1a1-4786-85a9-c04a7c1c1108" providerId="ADAL" clId="{594AAAB1-6839-4162-B8E2-4977AAFF43D2}" dt="2024-10-16T09:21:19.216" v="10382" actId="1076"/>
          <ac:spMkLst>
            <pc:docMk/>
            <pc:sldMk cId="2916968332" sldId="281"/>
            <ac:spMk id="102" creationId="{9AD26FDD-317A-5F1D-FBA5-157EB303E963}"/>
          </ac:spMkLst>
        </pc:spChg>
        <pc:spChg chg="add del mod">
          <ac:chgData name="Santo Mancuso" userId="4c3828e5-f1a1-4786-85a9-c04a7c1c1108" providerId="ADAL" clId="{594AAAB1-6839-4162-B8E2-4977AAFF43D2}" dt="2024-10-14T16:48:33.702" v="9428" actId="478"/>
          <ac:spMkLst>
            <pc:docMk/>
            <pc:sldMk cId="2916968332" sldId="281"/>
            <ac:spMk id="107" creationId="{00BE2B1A-477E-2606-DAFC-98C560A72BC3}"/>
          </ac:spMkLst>
        </pc:spChg>
        <pc:spChg chg="add mod ord">
          <ac:chgData name="Santo Mancuso" userId="4c3828e5-f1a1-4786-85a9-c04a7c1c1108" providerId="ADAL" clId="{594AAAB1-6839-4162-B8E2-4977AAFF43D2}" dt="2024-10-14T16:48:39.855" v="9429" actId="1076"/>
          <ac:spMkLst>
            <pc:docMk/>
            <pc:sldMk cId="2916968332" sldId="281"/>
            <ac:spMk id="114" creationId="{C0D5C9C5-0473-D4FA-848A-B13627AD093E}"/>
          </ac:spMkLst>
        </pc:spChg>
        <pc:spChg chg="add mod ord">
          <ac:chgData name="Santo Mancuso" userId="4c3828e5-f1a1-4786-85a9-c04a7c1c1108" providerId="ADAL" clId="{594AAAB1-6839-4162-B8E2-4977AAFF43D2}" dt="2024-10-16T08:37:35.983" v="10327" actId="1076"/>
          <ac:spMkLst>
            <pc:docMk/>
            <pc:sldMk cId="2916968332" sldId="281"/>
            <ac:spMk id="115" creationId="{DC514353-8731-CC47-06F9-2ACE38743834}"/>
          </ac:spMkLst>
        </pc:spChg>
        <pc:spChg chg="add del mod">
          <ac:chgData name="Santo Mancuso" userId="4c3828e5-f1a1-4786-85a9-c04a7c1c1108" providerId="ADAL" clId="{594AAAB1-6839-4162-B8E2-4977AAFF43D2}" dt="2024-10-16T08:36:58.028" v="10316" actId="478"/>
          <ac:spMkLst>
            <pc:docMk/>
            <pc:sldMk cId="2916968332" sldId="281"/>
            <ac:spMk id="131" creationId="{E328ADC2-12A7-4E9C-1065-CD2253802513}"/>
          </ac:spMkLst>
        </pc:spChg>
        <pc:spChg chg="add mod">
          <ac:chgData name="Santo Mancuso" userId="4c3828e5-f1a1-4786-85a9-c04a7c1c1108" providerId="ADAL" clId="{594AAAB1-6839-4162-B8E2-4977AAFF43D2}" dt="2024-10-14T16:42:08.725" v="9364"/>
          <ac:spMkLst>
            <pc:docMk/>
            <pc:sldMk cId="2916968332" sldId="281"/>
            <ac:spMk id="132" creationId="{BD7F739D-0033-61F1-FD9A-8D945D737A13}"/>
          </ac:spMkLst>
        </pc:spChg>
        <pc:spChg chg="add mod">
          <ac:chgData name="Santo Mancuso" userId="4c3828e5-f1a1-4786-85a9-c04a7c1c1108" providerId="ADAL" clId="{594AAAB1-6839-4162-B8E2-4977AAFF43D2}" dt="2024-10-14T16:42:12.902" v="9365"/>
          <ac:spMkLst>
            <pc:docMk/>
            <pc:sldMk cId="2916968332" sldId="281"/>
            <ac:spMk id="133" creationId="{2F25313C-6BC1-3AF6-4A30-695FCCAAF89B}"/>
          </ac:spMkLst>
        </pc:spChg>
        <pc:spChg chg="add del mod">
          <ac:chgData name="Santo Mancuso" userId="4c3828e5-f1a1-4786-85a9-c04a7c1c1108" providerId="ADAL" clId="{594AAAB1-6839-4162-B8E2-4977AAFF43D2}" dt="2024-10-16T08:33:47.369" v="10297" actId="478"/>
          <ac:spMkLst>
            <pc:docMk/>
            <pc:sldMk cId="2916968332" sldId="281"/>
            <ac:spMk id="134" creationId="{5EBF2EF7-8C74-0D50-E937-DBA81B9D4D62}"/>
          </ac:spMkLst>
        </pc:spChg>
        <pc:spChg chg="add del mod">
          <ac:chgData name="Santo Mancuso" userId="4c3828e5-f1a1-4786-85a9-c04a7c1c1108" providerId="ADAL" clId="{594AAAB1-6839-4162-B8E2-4977AAFF43D2}" dt="2024-10-14T16:43:47.838" v="9402" actId="478"/>
          <ac:spMkLst>
            <pc:docMk/>
            <pc:sldMk cId="2916968332" sldId="281"/>
            <ac:spMk id="135" creationId="{CF90300C-BB49-30BF-1F77-71D0B377C64C}"/>
          </ac:spMkLst>
        </pc:spChg>
        <pc:spChg chg="add del mod">
          <ac:chgData name="Santo Mancuso" userId="4c3828e5-f1a1-4786-85a9-c04a7c1c1108" providerId="ADAL" clId="{594AAAB1-6839-4162-B8E2-4977AAFF43D2}" dt="2024-10-14T16:47:04.440" v="9414" actId="478"/>
          <ac:spMkLst>
            <pc:docMk/>
            <pc:sldMk cId="2916968332" sldId="281"/>
            <ac:spMk id="136" creationId="{813FEB77-141C-877E-482E-D7720F9E85A7}"/>
          </ac:spMkLst>
        </pc:spChg>
        <pc:spChg chg="add del mod">
          <ac:chgData name="Santo Mancuso" userId="4c3828e5-f1a1-4786-85a9-c04a7c1c1108" providerId="ADAL" clId="{594AAAB1-6839-4162-B8E2-4977AAFF43D2}" dt="2024-10-14T16:47:38.007" v="9420" actId="11529"/>
          <ac:spMkLst>
            <pc:docMk/>
            <pc:sldMk cId="2916968332" sldId="281"/>
            <ac:spMk id="137" creationId="{2C74F99A-5811-D09E-1F75-6371A7B84925}"/>
          </ac:spMkLst>
        </pc:spChg>
        <pc:spChg chg="add del mod">
          <ac:chgData name="Santo Mancuso" userId="4c3828e5-f1a1-4786-85a9-c04a7c1c1108" providerId="ADAL" clId="{594AAAB1-6839-4162-B8E2-4977AAFF43D2}" dt="2024-10-16T08:36:32.550" v="10310" actId="478"/>
          <ac:spMkLst>
            <pc:docMk/>
            <pc:sldMk cId="2916968332" sldId="281"/>
            <ac:spMk id="138" creationId="{EEEFD7E5-4727-78BC-BC0F-6A01EF097D39}"/>
          </ac:spMkLst>
        </pc:spChg>
        <pc:spChg chg="add mod">
          <ac:chgData name="Santo Mancuso" userId="4c3828e5-f1a1-4786-85a9-c04a7c1c1108" providerId="ADAL" clId="{594AAAB1-6839-4162-B8E2-4977AAFF43D2}" dt="2024-10-16T08:37:21.991" v="10324" actId="1076"/>
          <ac:spMkLst>
            <pc:docMk/>
            <pc:sldMk cId="2916968332" sldId="281"/>
            <ac:spMk id="149" creationId="{9C4B13CA-BDAD-A4A7-E1C5-84C7A2AAB713}"/>
          </ac:spMkLst>
        </pc:spChg>
        <pc:cxnChg chg="add del mod">
          <ac:chgData name="Santo Mancuso" userId="4c3828e5-f1a1-4786-85a9-c04a7c1c1108" providerId="ADAL" clId="{594AAAB1-6839-4162-B8E2-4977AAFF43D2}" dt="2024-10-15T17:32:24.412" v="10028" actId="14100"/>
          <ac:cxnSpMkLst>
            <pc:docMk/>
            <pc:sldMk cId="2916968332" sldId="281"/>
            <ac:cxnSpMk id="14" creationId="{75DF3958-ABFD-E0AA-7321-3FBFDB848ED8}"/>
          </ac:cxnSpMkLst>
        </pc:cxnChg>
        <pc:cxnChg chg="add del mod">
          <ac:chgData name="Santo Mancuso" userId="4c3828e5-f1a1-4786-85a9-c04a7c1c1108" providerId="ADAL" clId="{594AAAB1-6839-4162-B8E2-4977AAFF43D2}" dt="2024-10-14T16:00:04.072" v="8731" actId="478"/>
          <ac:cxnSpMkLst>
            <pc:docMk/>
            <pc:sldMk cId="2916968332" sldId="281"/>
            <ac:cxnSpMk id="22" creationId="{54BED6B9-737D-869E-2D1C-3B15C09E8AD1}"/>
          </ac:cxnSpMkLst>
        </pc:cxnChg>
        <pc:cxnChg chg="add del mod">
          <ac:chgData name="Santo Mancuso" userId="4c3828e5-f1a1-4786-85a9-c04a7c1c1108" providerId="ADAL" clId="{594AAAB1-6839-4162-B8E2-4977AAFF43D2}" dt="2024-10-14T16:01:54.494" v="8768" actId="478"/>
          <ac:cxnSpMkLst>
            <pc:docMk/>
            <pc:sldMk cId="2916968332" sldId="281"/>
            <ac:cxnSpMk id="23" creationId="{516C644F-9565-A570-E7C6-FA565ACE4450}"/>
          </ac:cxnSpMkLst>
        </pc:cxnChg>
        <pc:cxnChg chg="add del mod">
          <ac:chgData name="Santo Mancuso" userId="4c3828e5-f1a1-4786-85a9-c04a7c1c1108" providerId="ADAL" clId="{594AAAB1-6839-4162-B8E2-4977AAFF43D2}" dt="2024-10-14T16:01:50.349" v="8766" actId="478"/>
          <ac:cxnSpMkLst>
            <pc:docMk/>
            <pc:sldMk cId="2916968332" sldId="281"/>
            <ac:cxnSpMk id="28" creationId="{84155178-5A52-8077-DB0B-6DEE7D56EADE}"/>
          </ac:cxnSpMkLst>
        </pc:cxnChg>
        <pc:cxnChg chg="add del mod">
          <ac:chgData name="Santo Mancuso" userId="4c3828e5-f1a1-4786-85a9-c04a7c1c1108" providerId="ADAL" clId="{594AAAB1-6839-4162-B8E2-4977AAFF43D2}" dt="2024-10-14T16:01:53.128" v="8767" actId="478"/>
          <ac:cxnSpMkLst>
            <pc:docMk/>
            <pc:sldMk cId="2916968332" sldId="281"/>
            <ac:cxnSpMk id="29" creationId="{4FEC2C3C-DC4D-57F7-7330-1A65C81ED58D}"/>
          </ac:cxnSpMkLst>
        </pc:cxnChg>
        <pc:cxnChg chg="add mod">
          <ac:chgData name="Santo Mancuso" userId="4c3828e5-f1a1-4786-85a9-c04a7c1c1108" providerId="ADAL" clId="{594AAAB1-6839-4162-B8E2-4977AAFF43D2}" dt="2024-10-14T16:01:40.813" v="8764" actId="14100"/>
          <ac:cxnSpMkLst>
            <pc:docMk/>
            <pc:sldMk cId="2916968332" sldId="281"/>
            <ac:cxnSpMk id="32" creationId="{9E6C366F-021C-E2E8-2331-3BEB3D8D65B3}"/>
          </ac:cxnSpMkLst>
        </pc:cxnChg>
        <pc:cxnChg chg="add del mod">
          <ac:chgData name="Santo Mancuso" userId="4c3828e5-f1a1-4786-85a9-c04a7c1c1108" providerId="ADAL" clId="{594AAAB1-6839-4162-B8E2-4977AAFF43D2}" dt="2024-10-14T16:09:28.939" v="8883" actId="478"/>
          <ac:cxnSpMkLst>
            <pc:docMk/>
            <pc:sldMk cId="2916968332" sldId="281"/>
            <ac:cxnSpMk id="55" creationId="{37B8B4EC-6663-7AB0-8252-A3406C0073BF}"/>
          </ac:cxnSpMkLst>
        </pc:cxnChg>
        <pc:cxnChg chg="add del mod">
          <ac:chgData name="Santo Mancuso" userId="4c3828e5-f1a1-4786-85a9-c04a7c1c1108" providerId="ADAL" clId="{594AAAB1-6839-4162-B8E2-4977AAFF43D2}" dt="2024-10-14T16:29:44.984" v="9155" actId="478"/>
          <ac:cxnSpMkLst>
            <pc:docMk/>
            <pc:sldMk cId="2916968332" sldId="281"/>
            <ac:cxnSpMk id="57" creationId="{762B6469-F73E-EC0A-D173-CF82506A0BED}"/>
          </ac:cxnSpMkLst>
        </pc:cxnChg>
        <pc:cxnChg chg="add mod">
          <ac:chgData name="Santo Mancuso" userId="4c3828e5-f1a1-4786-85a9-c04a7c1c1108" providerId="ADAL" clId="{594AAAB1-6839-4162-B8E2-4977AAFF43D2}" dt="2024-10-14T16:52:33.581" v="9461" actId="13822"/>
          <ac:cxnSpMkLst>
            <pc:docMk/>
            <pc:sldMk cId="2916968332" sldId="281"/>
            <ac:cxnSpMk id="64" creationId="{D35C70B3-136B-42E6-D5AF-727097B46C17}"/>
          </ac:cxnSpMkLst>
        </pc:cxnChg>
        <pc:cxnChg chg="add del mod">
          <ac:chgData name="Santo Mancuso" userId="4c3828e5-f1a1-4786-85a9-c04a7c1c1108" providerId="ADAL" clId="{594AAAB1-6839-4162-B8E2-4977AAFF43D2}" dt="2024-10-14T16:33:01.520" v="9229" actId="478"/>
          <ac:cxnSpMkLst>
            <pc:docMk/>
            <pc:sldMk cId="2916968332" sldId="281"/>
            <ac:cxnSpMk id="71" creationId="{2C1B3865-FA27-A64B-BB6F-500186989E25}"/>
          </ac:cxnSpMkLst>
        </pc:cxnChg>
        <pc:cxnChg chg="add mod">
          <ac:chgData name="Santo Mancuso" userId="4c3828e5-f1a1-4786-85a9-c04a7c1c1108" providerId="ADAL" clId="{594AAAB1-6839-4162-B8E2-4977AAFF43D2}" dt="2024-10-16T08:37:35.983" v="10327" actId="1076"/>
          <ac:cxnSpMkLst>
            <pc:docMk/>
            <pc:sldMk cId="2916968332" sldId="281"/>
            <ac:cxnSpMk id="74" creationId="{81023FEC-EE46-0E7E-958A-7456524E9C7E}"/>
          </ac:cxnSpMkLst>
        </pc:cxnChg>
        <pc:cxnChg chg="add del mod">
          <ac:chgData name="Santo Mancuso" userId="4c3828e5-f1a1-4786-85a9-c04a7c1c1108" providerId="ADAL" clId="{594AAAB1-6839-4162-B8E2-4977AAFF43D2}" dt="2024-10-14T16:33:03.346" v="9230" actId="478"/>
          <ac:cxnSpMkLst>
            <pc:docMk/>
            <pc:sldMk cId="2916968332" sldId="281"/>
            <ac:cxnSpMk id="80" creationId="{AD50D74D-1E3C-6D05-B965-47935DA9A0D3}"/>
          </ac:cxnSpMkLst>
        </pc:cxnChg>
        <pc:cxnChg chg="add del mod">
          <ac:chgData name="Santo Mancuso" userId="4c3828e5-f1a1-4786-85a9-c04a7c1c1108" providerId="ADAL" clId="{594AAAB1-6839-4162-B8E2-4977AAFF43D2}" dt="2024-10-14T16:33:05.604" v="9231" actId="478"/>
          <ac:cxnSpMkLst>
            <pc:docMk/>
            <pc:sldMk cId="2916968332" sldId="281"/>
            <ac:cxnSpMk id="86" creationId="{76F7184B-0353-7A9A-CFB7-E9FE6A931FB8}"/>
          </ac:cxnSpMkLst>
        </pc:cxnChg>
        <pc:cxnChg chg="add mod">
          <ac:chgData name="Santo Mancuso" userId="4c3828e5-f1a1-4786-85a9-c04a7c1c1108" providerId="ADAL" clId="{594AAAB1-6839-4162-B8E2-4977AAFF43D2}" dt="2024-10-16T09:21:19.216" v="10382" actId="1076"/>
          <ac:cxnSpMkLst>
            <pc:docMk/>
            <pc:sldMk cId="2916968332" sldId="281"/>
            <ac:cxnSpMk id="87" creationId="{251AF629-DEF6-916F-1C9E-4C8A7F1F7B67}"/>
          </ac:cxnSpMkLst>
        </pc:cxnChg>
        <pc:cxnChg chg="add del mod">
          <ac:chgData name="Santo Mancuso" userId="4c3828e5-f1a1-4786-85a9-c04a7c1c1108" providerId="ADAL" clId="{594AAAB1-6839-4162-B8E2-4977AAFF43D2}" dt="2024-10-14T16:19:48.595" v="9019" actId="478"/>
          <ac:cxnSpMkLst>
            <pc:docMk/>
            <pc:sldMk cId="2916968332" sldId="281"/>
            <ac:cxnSpMk id="89" creationId="{2E5EEAED-0A7A-A964-56D0-11BCE09EC748}"/>
          </ac:cxnSpMkLst>
        </pc:cxnChg>
        <pc:cxnChg chg="add del mod">
          <ac:chgData name="Santo Mancuso" userId="4c3828e5-f1a1-4786-85a9-c04a7c1c1108" providerId="ADAL" clId="{594AAAB1-6839-4162-B8E2-4977AAFF43D2}" dt="2024-10-14T16:49:49.429" v="9444" actId="478"/>
          <ac:cxnSpMkLst>
            <pc:docMk/>
            <pc:sldMk cId="2916968332" sldId="281"/>
            <ac:cxnSpMk id="90" creationId="{823D049C-8422-AE89-B029-053E7E1D8BC9}"/>
          </ac:cxnSpMkLst>
        </pc:cxnChg>
        <pc:cxnChg chg="add del mod">
          <ac:chgData name="Santo Mancuso" userId="4c3828e5-f1a1-4786-85a9-c04a7c1c1108" providerId="ADAL" clId="{594AAAB1-6839-4162-B8E2-4977AAFF43D2}" dt="2024-10-14T16:49:52.845" v="9446" actId="478"/>
          <ac:cxnSpMkLst>
            <pc:docMk/>
            <pc:sldMk cId="2916968332" sldId="281"/>
            <ac:cxnSpMk id="91" creationId="{7C26554C-A931-C6FB-7CEC-029CE6B76AC9}"/>
          </ac:cxnSpMkLst>
        </pc:cxnChg>
        <pc:cxnChg chg="add del mod">
          <ac:chgData name="Santo Mancuso" userId="4c3828e5-f1a1-4786-85a9-c04a7c1c1108" providerId="ADAL" clId="{594AAAB1-6839-4162-B8E2-4977AAFF43D2}" dt="2024-10-14T16:49:51.380" v="9445" actId="478"/>
          <ac:cxnSpMkLst>
            <pc:docMk/>
            <pc:sldMk cId="2916968332" sldId="281"/>
            <ac:cxnSpMk id="94" creationId="{D9B6D283-C473-A9E8-3B4E-B9246C7959E4}"/>
          </ac:cxnSpMkLst>
        </pc:cxnChg>
      </pc:sldChg>
      <pc:sldChg chg="addSp delSp modSp add mod">
        <pc:chgData name="Santo Mancuso" userId="4c3828e5-f1a1-4786-85a9-c04a7c1c1108" providerId="ADAL" clId="{594AAAB1-6839-4162-B8E2-4977AAFF43D2}" dt="2024-10-13T12:54:48.945" v="5043" actId="14100"/>
        <pc:sldMkLst>
          <pc:docMk/>
          <pc:sldMk cId="2349644918" sldId="282"/>
        </pc:sldMkLst>
        <pc:spChg chg="mod">
          <ac:chgData name="Santo Mancuso" userId="4c3828e5-f1a1-4786-85a9-c04a7c1c1108" providerId="ADAL" clId="{594AAAB1-6839-4162-B8E2-4977AAFF43D2}" dt="2024-10-13T12:53:26.141" v="5024" actId="20577"/>
          <ac:spMkLst>
            <pc:docMk/>
            <pc:sldMk cId="2349644918" sldId="282"/>
            <ac:spMk id="2" creationId="{4C40D0E5-71AD-04F6-1085-C0594E07E975}"/>
          </ac:spMkLst>
        </pc:spChg>
        <pc:spChg chg="del">
          <ac:chgData name="Santo Mancuso" userId="4c3828e5-f1a1-4786-85a9-c04a7c1c1108" providerId="ADAL" clId="{594AAAB1-6839-4162-B8E2-4977AAFF43D2}" dt="2024-10-13T12:53:29.327" v="5025" actId="478"/>
          <ac:spMkLst>
            <pc:docMk/>
            <pc:sldMk cId="2349644918" sldId="282"/>
            <ac:spMk id="3" creationId="{BCDA256A-B758-D0B1-A737-12FCC241DDFD}"/>
          </ac:spMkLst>
        </pc:spChg>
        <pc:picChg chg="add del mod">
          <ac:chgData name="Santo Mancuso" userId="4c3828e5-f1a1-4786-85a9-c04a7c1c1108" providerId="ADAL" clId="{594AAAB1-6839-4162-B8E2-4977AAFF43D2}" dt="2024-10-13T12:53:38.397" v="5030" actId="478"/>
          <ac:picMkLst>
            <pc:docMk/>
            <pc:sldMk cId="2349644918" sldId="282"/>
            <ac:picMk id="5" creationId="{F3D138BD-D672-E2BA-0D0B-F2EC50B218A1}"/>
          </ac:picMkLst>
        </pc:picChg>
        <pc:picChg chg="add mod">
          <ac:chgData name="Santo Mancuso" userId="4c3828e5-f1a1-4786-85a9-c04a7c1c1108" providerId="ADAL" clId="{594AAAB1-6839-4162-B8E2-4977AAFF43D2}" dt="2024-10-13T12:54:44.504" v="5041" actId="14100"/>
          <ac:picMkLst>
            <pc:docMk/>
            <pc:sldMk cId="2349644918" sldId="282"/>
            <ac:picMk id="7" creationId="{D05FA7D8-09E7-2817-CB7E-D47DE3A118FC}"/>
          </ac:picMkLst>
        </pc:picChg>
        <pc:picChg chg="add mod">
          <ac:chgData name="Santo Mancuso" userId="4c3828e5-f1a1-4786-85a9-c04a7c1c1108" providerId="ADAL" clId="{594AAAB1-6839-4162-B8E2-4977AAFF43D2}" dt="2024-10-13T12:54:48.945" v="5043" actId="14100"/>
          <ac:picMkLst>
            <pc:docMk/>
            <pc:sldMk cId="2349644918" sldId="282"/>
            <ac:picMk id="9" creationId="{71F2C1B5-4751-CD49-323C-97684F942255}"/>
          </ac:picMkLst>
        </pc:picChg>
      </pc:sldChg>
      <pc:sldChg chg="addSp delSp modSp new mod">
        <pc:chgData name="Santo Mancuso" userId="4c3828e5-f1a1-4786-85a9-c04a7c1c1108" providerId="ADAL" clId="{594AAAB1-6839-4162-B8E2-4977AAFF43D2}" dt="2024-10-16T16:46:29.051" v="10456" actId="1076"/>
        <pc:sldMkLst>
          <pc:docMk/>
          <pc:sldMk cId="2086584273" sldId="283"/>
        </pc:sldMkLst>
        <pc:spChg chg="mod">
          <ac:chgData name="Santo Mancuso" userId="4c3828e5-f1a1-4786-85a9-c04a7c1c1108" providerId="ADAL" clId="{594AAAB1-6839-4162-B8E2-4977AAFF43D2}" dt="2024-10-13T13:41:51.684" v="6132" actId="20577"/>
          <ac:spMkLst>
            <pc:docMk/>
            <pc:sldMk cId="2086584273" sldId="283"/>
            <ac:spMk id="2" creationId="{6F0BD1EA-FD0C-9506-6667-48C24D72539B}"/>
          </ac:spMkLst>
        </pc:spChg>
        <pc:spChg chg="del">
          <ac:chgData name="Santo Mancuso" userId="4c3828e5-f1a1-4786-85a9-c04a7c1c1108" providerId="ADAL" clId="{594AAAB1-6839-4162-B8E2-4977AAFF43D2}" dt="2024-10-16T16:44:39.722" v="10436" actId="22"/>
          <ac:spMkLst>
            <pc:docMk/>
            <pc:sldMk cId="2086584273" sldId="283"/>
            <ac:spMk id="3" creationId="{68B6A452-92B6-D175-FAC4-A48577C83BA6}"/>
          </ac:spMkLst>
        </pc:spChg>
        <pc:spChg chg="add del mod">
          <ac:chgData name="Santo Mancuso" userId="4c3828e5-f1a1-4786-85a9-c04a7c1c1108" providerId="ADAL" clId="{594AAAB1-6839-4162-B8E2-4977AAFF43D2}" dt="2024-10-16T16:45:52.610" v="10443" actId="478"/>
          <ac:spMkLst>
            <pc:docMk/>
            <pc:sldMk cId="2086584273" sldId="283"/>
            <ac:spMk id="8" creationId="{61112B5C-DF60-201F-55FD-BAEFA4899D8A}"/>
          </ac:spMkLst>
        </pc:spChg>
        <pc:picChg chg="add del mod ord">
          <ac:chgData name="Santo Mancuso" userId="4c3828e5-f1a1-4786-85a9-c04a7c1c1108" providerId="ADAL" clId="{594AAAB1-6839-4162-B8E2-4977AAFF43D2}" dt="2024-10-16T16:45:50.018" v="10442" actId="478"/>
          <ac:picMkLst>
            <pc:docMk/>
            <pc:sldMk cId="2086584273" sldId="283"/>
            <ac:picMk id="6" creationId="{87D66226-12F9-6878-0619-93BBC1032BED}"/>
          </ac:picMkLst>
        </pc:picChg>
        <pc:picChg chg="add mod">
          <ac:chgData name="Santo Mancuso" userId="4c3828e5-f1a1-4786-85a9-c04a7c1c1108" providerId="ADAL" clId="{594AAAB1-6839-4162-B8E2-4977AAFF43D2}" dt="2024-10-16T16:46:27.470" v="10455" actId="1076"/>
          <ac:picMkLst>
            <pc:docMk/>
            <pc:sldMk cId="2086584273" sldId="283"/>
            <ac:picMk id="10" creationId="{293F4493-133D-BC67-015D-CCC33A279D8D}"/>
          </ac:picMkLst>
        </pc:picChg>
        <pc:picChg chg="add mod">
          <ac:chgData name="Santo Mancuso" userId="4c3828e5-f1a1-4786-85a9-c04a7c1c1108" providerId="ADAL" clId="{594AAAB1-6839-4162-B8E2-4977AAFF43D2}" dt="2024-10-16T16:46:29.051" v="10456" actId="1076"/>
          <ac:picMkLst>
            <pc:docMk/>
            <pc:sldMk cId="2086584273" sldId="283"/>
            <ac:picMk id="12" creationId="{16003DAF-9A62-BC27-97BC-69D35B7FD25E}"/>
          </ac:picMkLst>
        </pc:picChg>
      </pc:sldChg>
      <pc:sldChg chg="addSp delSp modSp add mod">
        <pc:chgData name="Santo Mancuso" userId="4c3828e5-f1a1-4786-85a9-c04a7c1c1108" providerId="ADAL" clId="{594AAAB1-6839-4162-B8E2-4977AAFF43D2}" dt="2024-10-16T08:48:34.269" v="10371" actId="20577"/>
        <pc:sldMkLst>
          <pc:docMk/>
          <pc:sldMk cId="2264935567" sldId="284"/>
        </pc:sldMkLst>
        <pc:spChg chg="mod">
          <ac:chgData name="Santo Mancuso" userId="4c3828e5-f1a1-4786-85a9-c04a7c1c1108" providerId="ADAL" clId="{594AAAB1-6839-4162-B8E2-4977AAFF43D2}" dt="2024-10-13T13:27:15.928" v="5969" actId="20577"/>
          <ac:spMkLst>
            <pc:docMk/>
            <pc:sldMk cId="2264935567" sldId="284"/>
            <ac:spMk id="4" creationId="{A963C857-E3E3-C24A-8408-A59E28DDCC35}"/>
          </ac:spMkLst>
        </pc:spChg>
        <pc:spChg chg="add del mod">
          <ac:chgData name="Santo Mancuso" userId="4c3828e5-f1a1-4786-85a9-c04a7c1c1108" providerId="ADAL" clId="{594AAAB1-6839-4162-B8E2-4977AAFF43D2}" dt="2024-10-13T13:28:08.906" v="5972" actId="478"/>
          <ac:spMkLst>
            <pc:docMk/>
            <pc:sldMk cId="2264935567" sldId="284"/>
            <ac:spMk id="6" creationId="{71CD6778-4232-63C2-1057-8780FFCF494E}"/>
          </ac:spMkLst>
        </pc:spChg>
        <pc:spChg chg="del mod">
          <ac:chgData name="Santo Mancuso" userId="4c3828e5-f1a1-4786-85a9-c04a7c1c1108" providerId="ADAL" clId="{594AAAB1-6839-4162-B8E2-4977AAFF43D2}" dt="2024-10-13T13:27:21.859" v="5971" actId="478"/>
          <ac:spMkLst>
            <pc:docMk/>
            <pc:sldMk cId="2264935567" sldId="284"/>
            <ac:spMk id="8" creationId="{3E280197-4D21-5ABC-EAC6-8A90CB18B321}"/>
          </ac:spMkLst>
        </pc:spChg>
        <pc:spChg chg="add mod">
          <ac:chgData name="Santo Mancuso" userId="4c3828e5-f1a1-4786-85a9-c04a7c1c1108" providerId="ADAL" clId="{594AAAB1-6839-4162-B8E2-4977AAFF43D2}" dt="2024-10-14T16:59:38.745" v="9584" actId="1076"/>
          <ac:spMkLst>
            <pc:docMk/>
            <pc:sldMk cId="2264935567" sldId="284"/>
            <ac:spMk id="9" creationId="{1CB70D47-CA79-77AE-4139-7812C2553647}"/>
          </ac:spMkLst>
        </pc:spChg>
        <pc:spChg chg="mod">
          <ac:chgData name="Santo Mancuso" userId="4c3828e5-f1a1-4786-85a9-c04a7c1c1108" providerId="ADAL" clId="{594AAAB1-6839-4162-B8E2-4977AAFF43D2}" dt="2024-10-16T08:47:09.002" v="10366" actId="20577"/>
          <ac:spMkLst>
            <pc:docMk/>
            <pc:sldMk cId="2264935567" sldId="284"/>
            <ac:spMk id="18" creationId="{EA0D77F5-2E79-8943-551A-2C9A3242E70B}"/>
          </ac:spMkLst>
        </pc:spChg>
        <pc:spChg chg="add mod">
          <ac:chgData name="Santo Mancuso" userId="4c3828e5-f1a1-4786-85a9-c04a7c1c1108" providerId="ADAL" clId="{594AAAB1-6839-4162-B8E2-4977AAFF43D2}" dt="2024-10-16T08:48:31.098" v="10369" actId="20577"/>
          <ac:spMkLst>
            <pc:docMk/>
            <pc:sldMk cId="2264935567" sldId="284"/>
            <ac:spMk id="21" creationId="{BC7BFFFB-72DD-4AE5-4F2D-601537882800}"/>
          </ac:spMkLst>
        </pc:spChg>
        <pc:spChg chg="add mod">
          <ac:chgData name="Santo Mancuso" userId="4c3828e5-f1a1-4786-85a9-c04a7c1c1108" providerId="ADAL" clId="{594AAAB1-6839-4162-B8E2-4977AAFF43D2}" dt="2024-10-16T08:48:34.269" v="10371" actId="20577"/>
          <ac:spMkLst>
            <pc:docMk/>
            <pc:sldMk cId="2264935567" sldId="284"/>
            <ac:spMk id="22" creationId="{E3BAE317-83C3-4A1B-BCC7-05D0A51DA098}"/>
          </ac:spMkLst>
        </pc:spChg>
        <pc:picChg chg="add del mod">
          <ac:chgData name="Santo Mancuso" userId="4c3828e5-f1a1-4786-85a9-c04a7c1c1108" providerId="ADAL" clId="{594AAAB1-6839-4162-B8E2-4977AAFF43D2}" dt="2024-10-13T13:45:31.370" v="6143" actId="478"/>
          <ac:picMkLst>
            <pc:docMk/>
            <pc:sldMk cId="2264935567" sldId="284"/>
            <ac:picMk id="11" creationId="{71DE647F-8EE4-26EC-FC93-68512B3C2426}"/>
          </ac:picMkLst>
        </pc:picChg>
        <pc:picChg chg="add del mod">
          <ac:chgData name="Santo Mancuso" userId="4c3828e5-f1a1-4786-85a9-c04a7c1c1108" providerId="ADAL" clId="{594AAAB1-6839-4162-B8E2-4977AAFF43D2}" dt="2024-10-13T13:45:30.123" v="6142" actId="478"/>
          <ac:picMkLst>
            <pc:docMk/>
            <pc:sldMk cId="2264935567" sldId="284"/>
            <ac:picMk id="13" creationId="{51BC349F-598C-7149-5E49-53EDC1995DE6}"/>
          </ac:picMkLst>
        </pc:picChg>
        <pc:picChg chg="add del mod">
          <ac:chgData name="Santo Mancuso" userId="4c3828e5-f1a1-4786-85a9-c04a7c1c1108" providerId="ADAL" clId="{594AAAB1-6839-4162-B8E2-4977AAFF43D2}" dt="2024-10-13T13:49:53.484" v="6151" actId="478"/>
          <ac:picMkLst>
            <pc:docMk/>
            <pc:sldMk cId="2264935567" sldId="284"/>
            <ac:picMk id="15" creationId="{4916BC86-52E0-9A18-D7F9-E2096BEBCE03}"/>
          </ac:picMkLst>
        </pc:picChg>
        <pc:picChg chg="add mod">
          <ac:chgData name="Santo Mancuso" userId="4c3828e5-f1a1-4786-85a9-c04a7c1c1108" providerId="ADAL" clId="{594AAAB1-6839-4162-B8E2-4977AAFF43D2}" dt="2024-10-14T16:59:36.224" v="9583" actId="1076"/>
          <ac:picMkLst>
            <pc:docMk/>
            <pc:sldMk cId="2264935567" sldId="284"/>
            <ac:picMk id="17" creationId="{5254C573-AB9E-C11E-9A67-37176AA47F24}"/>
          </ac:picMkLst>
        </pc:picChg>
        <pc:picChg chg="add mod">
          <ac:chgData name="Santo Mancuso" userId="4c3828e5-f1a1-4786-85a9-c04a7c1c1108" providerId="ADAL" clId="{594AAAB1-6839-4162-B8E2-4977AAFF43D2}" dt="2024-10-14T16:59:36.224" v="9583" actId="1076"/>
          <ac:picMkLst>
            <pc:docMk/>
            <pc:sldMk cId="2264935567" sldId="284"/>
            <ac:picMk id="20" creationId="{123DEA7C-C147-63A0-9340-2915DE2C8880}"/>
          </ac:picMkLst>
        </pc:picChg>
      </pc:sldChg>
      <pc:sldChg chg="new del">
        <pc:chgData name="Santo Mancuso" userId="4c3828e5-f1a1-4786-85a9-c04a7c1c1108" providerId="ADAL" clId="{594AAAB1-6839-4162-B8E2-4977AAFF43D2}" dt="2024-10-13T13:27:09.873" v="5966" actId="2696"/>
        <pc:sldMkLst>
          <pc:docMk/>
          <pc:sldMk cId="4270404833" sldId="284"/>
        </pc:sldMkLst>
      </pc:sldChg>
      <pc:sldChg chg="addSp modSp add mod">
        <pc:chgData name="Santo Mancuso" userId="4c3828e5-f1a1-4786-85a9-c04a7c1c1108" providerId="ADAL" clId="{594AAAB1-6839-4162-B8E2-4977AAFF43D2}" dt="2024-10-16T08:25:29.884" v="10218" actId="14100"/>
        <pc:sldMkLst>
          <pc:docMk/>
          <pc:sldMk cId="20669585" sldId="285"/>
        </pc:sldMkLst>
        <pc:spChg chg="mod">
          <ac:chgData name="Santo Mancuso" userId="4c3828e5-f1a1-4786-85a9-c04a7c1c1108" providerId="ADAL" clId="{594AAAB1-6839-4162-B8E2-4977AAFF43D2}" dt="2024-10-14T17:20:05.201" v="9917" actId="1076"/>
          <ac:spMkLst>
            <pc:docMk/>
            <pc:sldMk cId="20669585" sldId="285"/>
            <ac:spMk id="2" creationId="{36DE5190-E418-A293-EECA-3CCC3FD64064}"/>
          </ac:spMkLst>
        </pc:spChg>
        <pc:spChg chg="mod">
          <ac:chgData name="Santo Mancuso" userId="4c3828e5-f1a1-4786-85a9-c04a7c1c1108" providerId="ADAL" clId="{594AAAB1-6839-4162-B8E2-4977AAFF43D2}" dt="2024-10-16T08:19:12.476" v="10097" actId="5793"/>
          <ac:spMkLst>
            <pc:docMk/>
            <pc:sldMk cId="20669585" sldId="285"/>
            <ac:spMk id="3" creationId="{7888B96A-6703-7E58-3ED9-BDF5E461D694}"/>
          </ac:spMkLst>
        </pc:spChg>
        <pc:spChg chg="add mod">
          <ac:chgData name="Santo Mancuso" userId="4c3828e5-f1a1-4786-85a9-c04a7c1c1108" providerId="ADAL" clId="{594AAAB1-6839-4162-B8E2-4977AAFF43D2}" dt="2024-10-16T08:25:29.884" v="10218" actId="14100"/>
          <ac:spMkLst>
            <pc:docMk/>
            <pc:sldMk cId="20669585" sldId="285"/>
            <ac:spMk id="6" creationId="{B53661BA-3126-2791-FE27-A12D2179D25C}"/>
          </ac:spMkLst>
        </pc:spChg>
      </pc:sldChg>
      <pc:sldChg chg="addSp delSp modSp add mod ord">
        <pc:chgData name="Santo Mancuso" userId="4c3828e5-f1a1-4786-85a9-c04a7c1c1108" providerId="ADAL" clId="{594AAAB1-6839-4162-B8E2-4977AAFF43D2}" dt="2024-10-15T16:16:11.944" v="9994" actId="20577"/>
        <pc:sldMkLst>
          <pc:docMk/>
          <pc:sldMk cId="4255230674" sldId="286"/>
        </pc:sldMkLst>
        <pc:spChg chg="del">
          <ac:chgData name="Santo Mancuso" userId="4c3828e5-f1a1-4786-85a9-c04a7c1c1108" providerId="ADAL" clId="{594AAAB1-6839-4162-B8E2-4977AAFF43D2}" dt="2024-10-15T15:22:43.211" v="9986" actId="478"/>
          <ac:spMkLst>
            <pc:docMk/>
            <pc:sldMk cId="4255230674" sldId="286"/>
            <ac:spMk id="3" creationId="{B3CA194D-B1C8-8D64-56E5-4BB10074ACEE}"/>
          </ac:spMkLst>
        </pc:spChg>
        <pc:spChg chg="add del mod">
          <ac:chgData name="Santo Mancuso" userId="4c3828e5-f1a1-4786-85a9-c04a7c1c1108" providerId="ADAL" clId="{594AAAB1-6839-4162-B8E2-4977AAFF43D2}" dt="2024-10-14T16:58:59.217" v="9579"/>
          <ac:spMkLst>
            <pc:docMk/>
            <pc:sldMk cId="4255230674" sldId="286"/>
            <ac:spMk id="5" creationId="{CF94E0A7-56EF-901B-4280-B24DF876DF97}"/>
          </ac:spMkLst>
        </pc:spChg>
        <pc:spChg chg="mod">
          <ac:chgData name="Santo Mancuso" userId="4c3828e5-f1a1-4786-85a9-c04a7c1c1108" providerId="ADAL" clId="{594AAAB1-6839-4162-B8E2-4977AAFF43D2}" dt="2024-10-15T16:16:11.944" v="9994" actId="20577"/>
          <ac:spMkLst>
            <pc:docMk/>
            <pc:sldMk cId="4255230674" sldId="286"/>
            <ac:spMk id="6" creationId="{06875B25-5839-4B7F-7EEE-8B767F3B55D5}"/>
          </ac:spMkLst>
        </pc:spChg>
        <pc:spChg chg="add mod">
          <ac:chgData name="Santo Mancuso" userId="4c3828e5-f1a1-4786-85a9-c04a7c1c1108" providerId="ADAL" clId="{594AAAB1-6839-4162-B8E2-4977AAFF43D2}" dt="2024-10-14T17:36:05.479" v="9943" actId="1076"/>
          <ac:spMkLst>
            <pc:docMk/>
            <pc:sldMk cId="4255230674" sldId="286"/>
            <ac:spMk id="9" creationId="{74A00D64-9D46-7270-9A3D-4942BC92F411}"/>
          </ac:spMkLst>
        </pc:spChg>
        <pc:picChg chg="del">
          <ac:chgData name="Santo Mancuso" userId="4c3828e5-f1a1-4786-85a9-c04a7c1c1108" providerId="ADAL" clId="{594AAAB1-6839-4162-B8E2-4977AAFF43D2}" dt="2024-10-14T16:58:51.505" v="9578" actId="478"/>
          <ac:picMkLst>
            <pc:docMk/>
            <pc:sldMk cId="4255230674" sldId="286"/>
            <ac:picMk id="4" creationId="{D3789D89-2B25-F75D-41DB-A7AAECF5FB2E}"/>
          </ac:picMkLst>
        </pc:picChg>
        <pc:picChg chg="add mod">
          <ac:chgData name="Santo Mancuso" userId="4c3828e5-f1a1-4786-85a9-c04a7c1c1108" providerId="ADAL" clId="{594AAAB1-6839-4162-B8E2-4977AAFF43D2}" dt="2024-10-14T16:59:03.404" v="9581" actId="27614"/>
          <ac:picMkLst>
            <pc:docMk/>
            <pc:sldMk cId="4255230674" sldId="286"/>
            <ac:picMk id="8" creationId="{2F97E706-FBBC-70FE-C96F-068AA1918167}"/>
          </ac:picMkLst>
        </pc:picChg>
      </pc:sldChg>
      <pc:sldChg chg="modSp add del mod">
        <pc:chgData name="Santo Mancuso" userId="4c3828e5-f1a1-4786-85a9-c04a7c1c1108" providerId="ADAL" clId="{594AAAB1-6839-4162-B8E2-4977AAFF43D2}" dt="2024-10-16T16:49:01.424" v="10457" actId="2696"/>
        <pc:sldMkLst>
          <pc:docMk/>
          <pc:sldMk cId="3861869716" sldId="287"/>
        </pc:sldMkLst>
        <pc:spChg chg="mod">
          <ac:chgData name="Santo Mancuso" userId="4c3828e5-f1a1-4786-85a9-c04a7c1c1108" providerId="ADAL" clId="{594AAAB1-6839-4162-B8E2-4977AAFF43D2}" dt="2024-10-14T17:31:12.413" v="9942" actId="20577"/>
          <ac:spMkLst>
            <pc:docMk/>
            <pc:sldMk cId="3861869716" sldId="287"/>
            <ac:spMk id="2" creationId="{EF3AFBB2-051E-2B84-ECC3-30944522911F}"/>
          </ac:spMkLst>
        </pc:spChg>
      </pc:sldChg>
      <pc:sldMasterChg chg="modTransition delSldLayout modSldLayout">
        <pc:chgData name="Santo Mancuso" userId="4c3828e5-f1a1-4786-85a9-c04a7c1c1108" providerId="ADAL" clId="{594AAAB1-6839-4162-B8E2-4977AAFF43D2}" dt="2024-10-12T21:36:32.033" v="3145"/>
        <pc:sldMasterMkLst>
          <pc:docMk/>
          <pc:sldMasterMk cId="1119611595" sldId="2147483648"/>
        </pc:sldMasterMkLst>
        <pc:sldLayoutChg chg="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514812613" sldId="2147483649"/>
          </pc:sldLayoutMkLst>
        </pc:sldLayoutChg>
        <pc:sldLayoutChg chg="addSp delSp modSp mod 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1258886870" sldId="2147483650"/>
          </pc:sldLayoutMkLst>
          <pc:spChg chg="mod">
            <ac:chgData name="Santo Mancuso" userId="4c3828e5-f1a1-4786-85a9-c04a7c1c1108" providerId="ADAL" clId="{594AAAB1-6839-4162-B8E2-4977AAFF43D2}" dt="2024-10-12T15:34:54.010" v="1295" actId="2711"/>
            <ac:spMkLst>
              <pc:docMk/>
              <pc:sldMasterMk cId="1119611595" sldId="2147483648"/>
              <pc:sldLayoutMk cId="1258886870" sldId="2147483650"/>
              <ac:spMk id="2" creationId="{00000000-0000-0000-0000-000000000000}"/>
            </ac:spMkLst>
          </pc:spChg>
          <pc:spChg chg="mod">
            <ac:chgData name="Santo Mancuso" userId="4c3828e5-f1a1-4786-85a9-c04a7c1c1108" providerId="ADAL" clId="{594AAAB1-6839-4162-B8E2-4977AAFF43D2}" dt="2024-10-12T15:35:01.115" v="1296" actId="2711"/>
            <ac:spMkLst>
              <pc:docMk/>
              <pc:sldMasterMk cId="1119611595" sldId="2147483648"/>
              <pc:sldLayoutMk cId="1258886870" sldId="2147483650"/>
              <ac:spMk id="3" creationId="{00000000-0000-0000-0000-000000000000}"/>
            </ac:spMkLst>
          </pc:spChg>
          <pc:spChg chg="add del mod">
            <ac:chgData name="Santo Mancuso" userId="4c3828e5-f1a1-4786-85a9-c04a7c1c1108" providerId="ADAL" clId="{594AAAB1-6839-4162-B8E2-4977AAFF43D2}" dt="2024-10-12T15:17:30.885" v="1168" actId="1076"/>
            <ac:spMkLst>
              <pc:docMk/>
              <pc:sldMasterMk cId="1119611595" sldId="2147483648"/>
              <pc:sldLayoutMk cId="1258886870" sldId="2147483650"/>
              <ac:spMk id="8" creationId="{674037F7-FF95-A0E7-1700-0315308A1C2E}"/>
            </ac:spMkLst>
          </pc:spChg>
          <pc:spChg chg="add del mod">
            <ac:chgData name="Santo Mancuso" userId="4c3828e5-f1a1-4786-85a9-c04a7c1c1108" providerId="ADAL" clId="{594AAAB1-6839-4162-B8E2-4977AAFF43D2}" dt="2024-10-12T15:10:13.378" v="1126" actId="11529"/>
            <ac:spMkLst>
              <pc:docMk/>
              <pc:sldMasterMk cId="1119611595" sldId="2147483648"/>
              <pc:sldLayoutMk cId="1258886870" sldId="2147483650"/>
              <ac:spMk id="9" creationId="{38CE6AA0-C868-E59B-2B4D-7ED201621D70}"/>
            </ac:spMkLst>
          </pc:spChg>
          <pc:spChg chg="add mod">
            <ac:chgData name="Santo Mancuso" userId="4c3828e5-f1a1-4786-85a9-c04a7c1c1108" providerId="ADAL" clId="{594AAAB1-6839-4162-B8E2-4977AAFF43D2}" dt="2024-10-12T15:18:14.878" v="1173" actId="164"/>
            <ac:spMkLst>
              <pc:docMk/>
              <pc:sldMasterMk cId="1119611595" sldId="2147483648"/>
              <pc:sldLayoutMk cId="1258886870" sldId="2147483650"/>
              <ac:spMk id="13" creationId="{0D971B08-84AA-385E-BF18-782926902A09}"/>
            </ac:spMkLst>
          </pc:spChg>
          <pc:spChg chg="add mod">
            <ac:chgData name="Santo Mancuso" userId="4c3828e5-f1a1-4786-85a9-c04a7c1c1108" providerId="ADAL" clId="{594AAAB1-6839-4162-B8E2-4977AAFF43D2}" dt="2024-10-12T15:18:14.878" v="1173" actId="164"/>
            <ac:spMkLst>
              <pc:docMk/>
              <pc:sldMasterMk cId="1119611595" sldId="2147483648"/>
              <pc:sldLayoutMk cId="1258886870" sldId="2147483650"/>
              <ac:spMk id="14" creationId="{357A7AF2-739B-2ECA-FA5E-C4D57833FF35}"/>
            </ac:spMkLst>
          </pc:spChg>
          <pc:spChg chg="mod ord">
            <ac:chgData name="Santo Mancuso" userId="4c3828e5-f1a1-4786-85a9-c04a7c1c1108" providerId="ADAL" clId="{594AAAB1-6839-4162-B8E2-4977AAFF43D2}" dt="2024-10-12T15:16:31.484" v="1162" actId="14100"/>
            <ac:spMkLst>
              <pc:docMk/>
              <pc:sldMasterMk cId="1119611595" sldId="2147483648"/>
              <pc:sldLayoutMk cId="1258886870" sldId="2147483650"/>
              <ac:spMk id="129" creationId="{00000000-0000-0000-0000-000000000000}"/>
            </ac:spMkLst>
          </pc:spChg>
          <pc:spChg chg="mod">
            <ac:chgData name="Santo Mancuso" userId="4c3828e5-f1a1-4786-85a9-c04a7c1c1108" providerId="ADAL" clId="{594AAAB1-6839-4162-B8E2-4977AAFF43D2}" dt="2024-10-12T13:03:26.988" v="414" actId="6549"/>
            <ac:spMkLst>
              <pc:docMk/>
              <pc:sldMasterMk cId="1119611595" sldId="2147483648"/>
              <pc:sldLayoutMk cId="1258886870" sldId="2147483650"/>
              <ac:spMk id="130" creationId="{00000000-0000-0000-0000-000000000000}"/>
            </ac:spMkLst>
          </pc:spChg>
          <pc:spChg chg="mod ord">
            <ac:chgData name="Santo Mancuso" userId="4c3828e5-f1a1-4786-85a9-c04a7c1c1108" providerId="ADAL" clId="{594AAAB1-6839-4162-B8E2-4977AAFF43D2}" dt="2024-10-12T15:17:51.548" v="1171" actId="1076"/>
            <ac:spMkLst>
              <pc:docMk/>
              <pc:sldMasterMk cId="1119611595" sldId="2147483648"/>
              <pc:sldLayoutMk cId="1258886870" sldId="2147483650"/>
              <ac:spMk id="253" creationId="{00000000-0000-0000-0000-000000000000}"/>
            </ac:spMkLst>
          </pc:spChg>
          <pc:grpChg chg="add mod">
            <ac:chgData name="Santo Mancuso" userId="4c3828e5-f1a1-4786-85a9-c04a7c1c1108" providerId="ADAL" clId="{594AAAB1-6839-4162-B8E2-4977AAFF43D2}" dt="2024-10-12T15:18:25.631" v="1176" actId="1076"/>
            <ac:grpSpMkLst>
              <pc:docMk/>
              <pc:sldMasterMk cId="1119611595" sldId="2147483648"/>
              <pc:sldLayoutMk cId="1258886870" sldId="2147483650"/>
              <ac:grpSpMk id="15" creationId="{3ED589C2-9A93-060F-EEA3-AA359F12EED5}"/>
            </ac:grpSpMkLst>
          </pc:grpChg>
          <pc:grpChg chg="del mod">
            <ac:chgData name="Santo Mancuso" userId="4c3828e5-f1a1-4786-85a9-c04a7c1c1108" providerId="ADAL" clId="{594AAAB1-6839-4162-B8E2-4977AAFF43D2}" dt="2024-10-12T14:50:43.932" v="970" actId="478"/>
            <ac:grpSpMkLst>
              <pc:docMk/>
              <pc:sldMasterMk cId="1119611595" sldId="2147483648"/>
              <pc:sldLayoutMk cId="1258886870" sldId="2147483650"/>
              <ac:grpSpMk id="132" creationId="{00000000-0000-0000-0000-000000000000}"/>
            </ac:grpSpMkLst>
          </pc:grpChg>
          <pc:picChg chg="add mod">
            <ac:chgData name="Santo Mancuso" userId="4c3828e5-f1a1-4786-85a9-c04a7c1c1108" providerId="ADAL" clId="{594AAAB1-6839-4162-B8E2-4977AAFF43D2}" dt="2024-10-12T12:58:03.585" v="385"/>
            <ac:picMkLst>
              <pc:docMk/>
              <pc:sldMasterMk cId="1119611595" sldId="2147483648"/>
              <pc:sldLayoutMk cId="1258886870" sldId="2147483650"/>
              <ac:picMk id="5" creationId="{4BF6EFC4-350C-0741-2EF6-8319BACA2009}"/>
            </ac:picMkLst>
          </pc:picChg>
          <pc:picChg chg="add mod modCrop">
            <ac:chgData name="Santo Mancuso" userId="4c3828e5-f1a1-4786-85a9-c04a7c1c1108" providerId="ADAL" clId="{594AAAB1-6839-4162-B8E2-4977AAFF43D2}" dt="2024-10-12T15:17:03.816" v="1166" actId="14100"/>
            <ac:picMkLst>
              <pc:docMk/>
              <pc:sldMasterMk cId="1119611595" sldId="2147483648"/>
              <pc:sldLayoutMk cId="1258886870" sldId="2147483650"/>
              <ac:picMk id="7" creationId="{3F7E4C5C-00DE-2010-31E5-C9170C73FC4A}"/>
            </ac:picMkLst>
          </pc:picChg>
          <pc:picChg chg="add del mod">
            <ac:chgData name="Santo Mancuso" userId="4c3828e5-f1a1-4786-85a9-c04a7c1c1108" providerId="ADAL" clId="{594AAAB1-6839-4162-B8E2-4977AAFF43D2}" dt="2024-10-12T12:58:54.728" v="390" actId="478"/>
            <ac:picMkLst>
              <pc:docMk/>
              <pc:sldMasterMk cId="1119611595" sldId="2147483648"/>
              <pc:sldLayoutMk cId="1258886870" sldId="2147483650"/>
              <ac:picMk id="254" creationId="{00000000-0000-0000-0000-000000000000}"/>
            </ac:picMkLst>
          </pc:picChg>
          <pc:cxnChg chg="add mod">
            <ac:chgData name="Santo Mancuso" userId="4c3828e5-f1a1-4786-85a9-c04a7c1c1108" providerId="ADAL" clId="{594AAAB1-6839-4162-B8E2-4977AAFF43D2}" dt="2024-10-12T15:18:14.878" v="1173" actId="164"/>
            <ac:cxnSpMkLst>
              <pc:docMk/>
              <pc:sldMasterMk cId="1119611595" sldId="2147483648"/>
              <pc:sldLayoutMk cId="1258886870" sldId="2147483650"/>
              <ac:cxnSpMk id="5" creationId="{A2F040E5-03C6-87A2-0198-92C2D0431403}"/>
            </ac:cxnSpMkLst>
          </pc:cxnChg>
          <pc:cxnChg chg="add del mod">
            <ac:chgData name="Santo Mancuso" userId="4c3828e5-f1a1-4786-85a9-c04a7c1c1108" providerId="ADAL" clId="{594AAAB1-6839-4162-B8E2-4977AAFF43D2}" dt="2024-10-12T15:11:03.754" v="1137" actId="478"/>
            <ac:cxnSpMkLst>
              <pc:docMk/>
              <pc:sldMasterMk cId="1119611595" sldId="2147483648"/>
              <pc:sldLayoutMk cId="1258886870" sldId="2147483650"/>
              <ac:cxnSpMk id="10" creationId="{49033AC7-B9E7-23F5-504B-95F2D23B61FC}"/>
            </ac:cxnSpMkLst>
          </pc:cxnChg>
        </pc:sldLayoutChg>
        <pc:sldLayoutChg chg="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1961922152" sldId="2147483651"/>
          </pc:sldLayoutMkLst>
        </pc:sldLayoutChg>
        <pc:sldLayoutChg chg="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2306006083" sldId="2147483652"/>
          </pc:sldLayoutMkLst>
        </pc:sldLayoutChg>
        <pc:sldLayoutChg chg="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840953296" sldId="2147483653"/>
          </pc:sldLayoutMkLst>
        </pc:sldLayoutChg>
        <pc:sldLayoutChg chg="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3478442127" sldId="2147483654"/>
          </pc:sldLayoutMkLst>
        </pc:sldLayoutChg>
        <pc:sldLayoutChg chg="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1925977776" sldId="2147483655"/>
          </pc:sldLayoutMkLst>
        </pc:sldLayoutChg>
        <pc:sldLayoutChg chg="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3867585786" sldId="2147483656"/>
          </pc:sldLayoutMkLst>
        </pc:sldLayoutChg>
        <pc:sldLayoutChg chg="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2548063847" sldId="2147483657"/>
          </pc:sldLayoutMkLst>
        </pc:sldLayoutChg>
        <pc:sldLayoutChg chg="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1191555412" sldId="2147483658"/>
          </pc:sldLayoutMkLst>
        </pc:sldLayoutChg>
        <pc:sldLayoutChg chg="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283366979" sldId="2147483659"/>
          </pc:sldLayoutMkLst>
        </pc:sldLayoutChg>
        <pc:sldLayoutChg chg="modTransition">
          <pc:chgData name="Santo Mancuso" userId="4c3828e5-f1a1-4786-85a9-c04a7c1c1108" providerId="ADAL" clId="{594AAAB1-6839-4162-B8E2-4977AAFF43D2}" dt="2024-10-12T21:36:32.033" v="3145"/>
          <pc:sldLayoutMkLst>
            <pc:docMk/>
            <pc:sldMasterMk cId="1119611595" sldId="2147483648"/>
            <pc:sldLayoutMk cId="1336091779" sldId="2147483660"/>
          </pc:sldLayoutMkLst>
        </pc:sldLayoutChg>
        <pc:sldLayoutChg chg="del">
          <pc:chgData name="Santo Mancuso" userId="4c3828e5-f1a1-4786-85a9-c04a7c1c1108" providerId="ADAL" clId="{594AAAB1-6839-4162-B8E2-4977AAFF43D2}" dt="2024-10-12T12:34:46.807" v="134" actId="2696"/>
          <pc:sldLayoutMkLst>
            <pc:docMk/>
            <pc:sldMasterMk cId="1119611595" sldId="2147483648"/>
            <pc:sldLayoutMk cId="2032805427" sldId="2147483661"/>
          </pc:sldLayoutMkLst>
        </pc:sldLayoutChg>
      </pc:sldMasterChg>
    </pc:docChg>
  </pc:docChgLst>
</pc:chgInfo>
</file>

<file path=ppt/comments/modernComment_101_C9AE65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BCBC3B-DF48-48E6-A5A2-3FBC7AEE5538}" authorId="{4D13403A-7D04-D466-9B20-3E738763BA1B}" created="2024-10-16T10:52:14.63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83649683" sldId="257"/>
      <ac:spMk id="53" creationId="{9459548B-D9FF-AA7B-23AF-C2F8BDC0CF4C}"/>
      <ac:txMk cp="1" len="36">
        <ac:context len="497" hash="2830175563"/>
      </ac:txMk>
    </ac:txMkLst>
    <p188:pos x="3090597" y="296844"/>
    <p188:txBody>
      <a:bodyPr/>
      <a:lstStyle/>
      <a:p>
        <a:r>
          <a:rPr lang="it-IT"/>
          <a:t>ll Factor Investing (FI) è una strategia d'investimento che si concentra sull'identificazione e l'esposizione a specifici "fattori" di rischio o di rendimento per cercare di spiegare le differenze di performance tra i vari asset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B777A02-43F9-8933-9923-B1DA344A91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EEAA998-E84E-CEE8-797B-E53DA29736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BD199-7D5B-44FA-B4B5-6C06AD8DEE83}" type="datetimeFigureOut">
              <a:rPr lang="it-IT" smtClean="0"/>
              <a:t>16/10/2024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9758CBB-F405-ECA3-6649-E7262176D99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702E448-9174-1E6A-9397-6E476AC29B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3E187-6768-4154-B907-C590111FEA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98085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08E14-6CBE-491C-9E0C-AF140A2F22E3}" type="datetimeFigureOut">
              <a:rPr lang="it-IT" smtClean="0"/>
              <a:t>16/10/2024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BCC45-47F3-45E1-9465-2079D4D1806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116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 userDrawn="1"/>
        </p:nvSpPr>
        <p:spPr>
          <a:xfrm>
            <a:off x="0" y="3832224"/>
            <a:ext cx="9144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69" name="Gruppo 168"/>
          <p:cNvGrpSpPr/>
          <p:nvPr userDrawn="1"/>
        </p:nvGrpSpPr>
        <p:grpSpPr>
          <a:xfrm>
            <a:off x="48007" y="3816351"/>
            <a:ext cx="9036647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41534" y="4149725"/>
            <a:ext cx="7772400" cy="9683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41534" y="5260975"/>
            <a:ext cx="77724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148126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 userDrawn="1"/>
        </p:nvSpPr>
        <p:spPr>
          <a:xfrm>
            <a:off x="0" y="163209"/>
            <a:ext cx="9144000" cy="76348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9" name="Rettangolo 128"/>
          <p:cNvSpPr/>
          <p:nvPr userDrawn="1"/>
        </p:nvSpPr>
        <p:spPr>
          <a:xfrm>
            <a:off x="0" y="6254586"/>
            <a:ext cx="9144000" cy="603413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77721" y="316743"/>
            <a:ext cx="5682683" cy="444322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499264"/>
            <a:ext cx="8323726" cy="4525963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30" name="CasellaDiTesto 129"/>
          <p:cNvSpPr txBox="1"/>
          <p:nvPr userDrawn="1"/>
        </p:nvSpPr>
        <p:spPr>
          <a:xfrm>
            <a:off x="189536" y="6417792"/>
            <a:ext cx="4949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i="0" dirty="0">
                <a:solidFill>
                  <a:schemeClr val="tx1"/>
                </a:solidFill>
                <a:latin typeface="Arial"/>
                <a:cs typeface="Arial"/>
              </a:rPr>
              <a:t>Candidato: Santo MANCUSO,  Relatore: Ginevra ANGELINI ROTA</a:t>
            </a:r>
          </a:p>
        </p:txBody>
      </p:sp>
      <p:pic>
        <p:nvPicPr>
          <p:cNvPr id="7" name="Immagine 6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F7E4C5C-00DE-2010-31E5-C9170C73FC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6000" b="24834"/>
          <a:stretch/>
        </p:blipFill>
        <p:spPr>
          <a:xfrm>
            <a:off x="5328375" y="6345120"/>
            <a:ext cx="3089475" cy="399249"/>
          </a:xfrm>
          <a:prstGeom prst="rect">
            <a:avLst/>
          </a:prstGeom>
        </p:spPr>
      </p:pic>
      <p:sp>
        <p:nvSpPr>
          <p:cNvPr id="8" name="Segnaposto numero diapositiva 6">
            <a:extLst>
              <a:ext uri="{FF2B5EF4-FFF2-40B4-BE49-F238E27FC236}">
                <a16:creationId xmlns:a16="http://schemas.microsoft.com/office/drawing/2014/main" id="{674037F7-FF95-A0E7-1700-0315308A1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19615" y="6379244"/>
            <a:ext cx="522621" cy="3651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7834947A-1B05-2B43-AD85-E646CE852B9E}" type="slidenum">
              <a:rPr lang="it-IT" smtClean="0"/>
              <a:pPr/>
              <a:t>‹N›</a:t>
            </a:fld>
            <a:endParaRPr lang="it-IT" dirty="0"/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3ED589C2-9A93-060F-EEA3-AA359F12EED5}"/>
              </a:ext>
            </a:extLst>
          </p:cNvPr>
          <p:cNvGrpSpPr/>
          <p:nvPr userDrawn="1"/>
        </p:nvGrpSpPr>
        <p:grpSpPr>
          <a:xfrm>
            <a:off x="1453815" y="726307"/>
            <a:ext cx="6236369" cy="83912"/>
            <a:chOff x="1382889" y="705970"/>
            <a:chExt cx="6236369" cy="83912"/>
          </a:xfrm>
        </p:grpSpPr>
        <p:cxnSp>
          <p:nvCxnSpPr>
            <p:cNvPr id="5" name="Connettore diritto 4">
              <a:extLst>
                <a:ext uri="{FF2B5EF4-FFF2-40B4-BE49-F238E27FC236}">
                  <a16:creationId xmlns:a16="http://schemas.microsoft.com/office/drawing/2014/main" id="{A2F040E5-03C6-87A2-0198-92C2D04314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72738" y="747926"/>
              <a:ext cx="605667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Ovale 12">
              <a:extLst>
                <a:ext uri="{FF2B5EF4-FFF2-40B4-BE49-F238E27FC236}">
                  <a16:creationId xmlns:a16="http://schemas.microsoft.com/office/drawing/2014/main" id="{0D971B08-84AA-385E-BF18-782926902A09}"/>
                </a:ext>
              </a:extLst>
            </p:cNvPr>
            <p:cNvSpPr/>
            <p:nvPr userDrawn="1"/>
          </p:nvSpPr>
          <p:spPr>
            <a:xfrm>
              <a:off x="1382889" y="705970"/>
              <a:ext cx="89849" cy="83912"/>
            </a:xfrm>
            <a:prstGeom prst="ellips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357A7AF2-739B-2ECA-FA5E-C4D57833FF35}"/>
                </a:ext>
              </a:extLst>
            </p:cNvPr>
            <p:cNvSpPr/>
            <p:nvPr userDrawn="1"/>
          </p:nvSpPr>
          <p:spPr>
            <a:xfrm>
              <a:off x="7529409" y="705970"/>
              <a:ext cx="89849" cy="83912"/>
            </a:xfrm>
            <a:prstGeom prst="ellips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2588868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19221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006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9532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44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59777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5857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0638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15554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669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0917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88521" y="139166"/>
            <a:ext cx="8581043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345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196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hdr="0" ftr="0" dt="0"/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C9AE659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0" y="4149725"/>
            <a:ext cx="7772400" cy="968375"/>
          </a:xfrm>
        </p:spPr>
        <p:txBody>
          <a:bodyPr>
            <a:noAutofit/>
          </a:bodyPr>
          <a:lstStyle/>
          <a:p>
            <a:pPr algn="ctr"/>
            <a:r>
              <a:rPr lang="it-IT" sz="2800" dirty="0"/>
              <a:t>Firma convenzione </a:t>
            </a:r>
            <a:br>
              <a:rPr lang="it-IT" sz="2800" dirty="0"/>
            </a:br>
            <a:r>
              <a:rPr lang="it-IT" sz="2800" dirty="0"/>
              <a:t>Politecnico di Milano e Veneranda Fabbrica del Duomo di Milano</a:t>
            </a:r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0" y="5743575"/>
            <a:ext cx="7772400" cy="708025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Aula Magna – Rettorato</a:t>
            </a:r>
          </a:p>
          <a:p>
            <a:pPr algn="ctr"/>
            <a:r>
              <a:rPr lang="it-IT" b="1" dirty="0">
                <a:solidFill>
                  <a:schemeClr val="bg1"/>
                </a:solidFill>
              </a:rPr>
              <a:t>Mercoledì 27 maggio 2015</a:t>
            </a:r>
          </a:p>
          <a:p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36" y="1663827"/>
            <a:ext cx="3084576" cy="1301496"/>
          </a:xfrm>
          <a:prstGeom prst="rect">
            <a:avLst/>
          </a:prstGeom>
        </p:spPr>
      </p:pic>
      <p:sp>
        <p:nvSpPr>
          <p:cNvPr id="7" name="Rettangolo 6"/>
          <p:cNvSpPr/>
          <p:nvPr/>
        </p:nvSpPr>
        <p:spPr>
          <a:xfrm>
            <a:off x="0" y="3589518"/>
            <a:ext cx="9144000" cy="3268482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8" name="Gruppo 7"/>
          <p:cNvGrpSpPr/>
          <p:nvPr/>
        </p:nvGrpSpPr>
        <p:grpSpPr>
          <a:xfrm>
            <a:off x="48007" y="3589518"/>
            <a:ext cx="9036647" cy="180000"/>
            <a:chOff x="1218340" y="275867"/>
            <a:chExt cx="17715122" cy="567843"/>
          </a:xfrm>
        </p:grpSpPr>
        <p:cxnSp>
          <p:nvCxnSpPr>
            <p:cNvPr id="9" name="Connettore 1 8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9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2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2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2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2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2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2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3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3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3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3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3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4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4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4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4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4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4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5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5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5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5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5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5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6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6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6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6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6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6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7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7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7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7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7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7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8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8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8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8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8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8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9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9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9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9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9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9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0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0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0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1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1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1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1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1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1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2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12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12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12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ttore 1 12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itolo 1"/>
          <p:cNvSpPr txBox="1">
            <a:spLocks/>
          </p:cNvSpPr>
          <p:nvPr/>
        </p:nvSpPr>
        <p:spPr>
          <a:xfrm>
            <a:off x="1471186" y="4053128"/>
            <a:ext cx="6170664" cy="968375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0"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cs typeface="Arabic Typesetting" panose="020F0502020204030204" pitchFamily="66" charset="-78"/>
              </a:rPr>
              <a:t>EQUITY FACTOR ALLOCATION USING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cs typeface="Arabic Typesetting" panose="020F0502020204030204" pitchFamily="66" charset="-78"/>
              </a:rPr>
              <a:t>A TWO-STAGE MACHINE LEARNING  APPROACH</a:t>
            </a:r>
            <a:endParaRPr lang="it-IT" dirty="0">
              <a:solidFill>
                <a:schemeClr val="tx1"/>
              </a:solidFill>
              <a:latin typeface="+mj-lt"/>
              <a:cs typeface="Arabic Typesetting" panose="020F0502020204030204" pitchFamily="66" charset="-78"/>
            </a:endParaRPr>
          </a:p>
        </p:txBody>
      </p:sp>
      <p:sp>
        <p:nvSpPr>
          <p:cNvPr id="131" name="Sottotitolo 2"/>
          <p:cNvSpPr txBox="1">
            <a:spLocks/>
          </p:cNvSpPr>
          <p:nvPr/>
        </p:nvSpPr>
        <p:spPr>
          <a:xfrm>
            <a:off x="472775" y="5541363"/>
            <a:ext cx="5403245" cy="831289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800" b="1" dirty="0">
                <a:solidFill>
                  <a:schemeClr val="tx1"/>
                </a:solidFill>
                <a:latin typeface="+mj-lt"/>
              </a:rPr>
              <a:t>Candidato: Santo MANCUSO</a:t>
            </a:r>
          </a:p>
          <a:p>
            <a:pPr algn="just"/>
            <a:r>
              <a:rPr lang="it-IT" sz="1800" b="1" dirty="0">
                <a:solidFill>
                  <a:schemeClr val="tx1"/>
                </a:solidFill>
                <a:latin typeface="+mj-lt"/>
              </a:rPr>
              <a:t>Relatore: Dott.ssa Ginevra ANGELINI ROTA</a:t>
            </a:r>
          </a:p>
        </p:txBody>
      </p:sp>
      <p:sp>
        <p:nvSpPr>
          <p:cNvPr id="2" name="CasellaDiTesto 1"/>
          <p:cNvSpPr txBox="1"/>
          <p:nvPr/>
        </p:nvSpPr>
        <p:spPr>
          <a:xfrm>
            <a:off x="4908066" y="2047875"/>
            <a:ext cx="2885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Inserimento secondo logo</a:t>
            </a:r>
          </a:p>
          <a:p>
            <a:endParaRPr lang="it-IT" dirty="0"/>
          </a:p>
        </p:txBody>
      </p:sp>
      <p:pic>
        <p:nvPicPr>
          <p:cNvPr id="135" name="Immagine 134">
            <a:extLst>
              <a:ext uri="{FF2B5EF4-FFF2-40B4-BE49-F238E27FC236}">
                <a16:creationId xmlns:a16="http://schemas.microsoft.com/office/drawing/2014/main" id="{7D440E12-05A2-0DA3-0360-9834FF09F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313" y="1221914"/>
            <a:ext cx="3325953" cy="1968964"/>
          </a:xfrm>
          <a:prstGeom prst="rect">
            <a:avLst/>
          </a:prstGeom>
        </p:spPr>
      </p:pic>
      <p:sp>
        <p:nvSpPr>
          <p:cNvPr id="140" name="Sottotitolo 2">
            <a:extLst>
              <a:ext uri="{FF2B5EF4-FFF2-40B4-BE49-F238E27FC236}">
                <a16:creationId xmlns:a16="http://schemas.microsoft.com/office/drawing/2014/main" id="{B3EA2F21-221D-71EF-179F-D7C7D2EC3DA2}"/>
              </a:ext>
            </a:extLst>
          </p:cNvPr>
          <p:cNvSpPr txBox="1">
            <a:spLocks/>
          </p:cNvSpPr>
          <p:nvPr/>
        </p:nvSpPr>
        <p:spPr>
          <a:xfrm>
            <a:off x="3964951" y="4742543"/>
            <a:ext cx="1582478" cy="399667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600" b="1" dirty="0">
                <a:solidFill>
                  <a:schemeClr val="tx1"/>
                </a:solidFill>
                <a:latin typeface="+mj-lt"/>
              </a:rPr>
              <a:t>21/10/2024</a:t>
            </a:r>
          </a:p>
        </p:txBody>
      </p:sp>
    </p:spTree>
    <p:extLst>
      <p:ext uri="{BB962C8B-B14F-4D97-AF65-F5344CB8AC3E}">
        <p14:creationId xmlns:p14="http://schemas.microsoft.com/office/powerpoint/2010/main" val="1659495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5E3C4E28-6E0A-81F4-B00B-E79FF17A73DA}"/>
              </a:ext>
            </a:extLst>
          </p:cNvPr>
          <p:cNvSpPr/>
          <p:nvPr/>
        </p:nvSpPr>
        <p:spPr>
          <a:xfrm>
            <a:off x="1967045" y="1319847"/>
            <a:ext cx="5304034" cy="4541587"/>
          </a:xfrm>
          <a:prstGeom prst="round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46BF7F9-3FDC-6CCF-873A-1DEF5283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7834947A-1B05-2B43-AD85-E646CE852B9E}" type="slidenum">
              <a:rPr lang="it-IT" smtClean="0"/>
              <a:pPr/>
              <a:t>2</a:t>
            </a:fld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1218B26-742E-335F-F9FA-C3F7CF2191DA}"/>
              </a:ext>
            </a:extLst>
          </p:cNvPr>
          <p:cNvSpPr/>
          <p:nvPr/>
        </p:nvSpPr>
        <p:spPr>
          <a:xfrm>
            <a:off x="0" y="6254586"/>
            <a:ext cx="9144000" cy="603413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1E8E368-FB31-2D94-A576-3241511D2CAF}"/>
              </a:ext>
            </a:extLst>
          </p:cNvPr>
          <p:cNvSpPr txBox="1"/>
          <p:nvPr/>
        </p:nvSpPr>
        <p:spPr>
          <a:xfrm>
            <a:off x="189536" y="6417792"/>
            <a:ext cx="4949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i="0" dirty="0">
                <a:solidFill>
                  <a:schemeClr val="tx1"/>
                </a:solidFill>
                <a:latin typeface="Arial"/>
                <a:cs typeface="Arial"/>
              </a:rPr>
              <a:t>Candidato: Santo MANCUSO,  Relatore: Ginevra ANGELINI ROTA</a:t>
            </a:r>
          </a:p>
        </p:txBody>
      </p:sp>
      <p:pic>
        <p:nvPicPr>
          <p:cNvPr id="6" name="Immagine 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1C1FAE8D-5EC7-6C4C-A10A-3BFB27248A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000" b="24834"/>
          <a:stretch/>
        </p:blipFill>
        <p:spPr>
          <a:xfrm>
            <a:off x="5328375" y="6345120"/>
            <a:ext cx="3089475" cy="399249"/>
          </a:xfrm>
          <a:prstGeom prst="rect">
            <a:avLst/>
          </a:prstGeom>
        </p:spPr>
      </p:pic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AA1DF28-7294-74A5-5A34-948532AFB3A0}"/>
              </a:ext>
            </a:extLst>
          </p:cNvPr>
          <p:cNvSpPr txBox="1">
            <a:spLocks/>
          </p:cNvSpPr>
          <p:nvPr/>
        </p:nvSpPr>
        <p:spPr>
          <a:xfrm>
            <a:off x="8519615" y="6379244"/>
            <a:ext cx="522621" cy="365125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4572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34947A-1B05-2B43-AD85-E646CE852B9E}" type="slidenum">
              <a:rPr lang="it-IT" smtClean="0"/>
              <a:pPr/>
              <a:t>2</a:t>
            </a:fld>
            <a:endParaRPr lang="it-IT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A8316B9-7132-E5FD-FAFF-9C01DBA87467}"/>
              </a:ext>
            </a:extLst>
          </p:cNvPr>
          <p:cNvSpPr/>
          <p:nvPr/>
        </p:nvSpPr>
        <p:spPr>
          <a:xfrm>
            <a:off x="0" y="163209"/>
            <a:ext cx="9144000" cy="76348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BA594811-EF9A-F38B-BDAE-64B501A244E7}"/>
              </a:ext>
            </a:extLst>
          </p:cNvPr>
          <p:cNvSpPr txBox="1">
            <a:spLocks/>
          </p:cNvSpPr>
          <p:nvPr/>
        </p:nvSpPr>
        <p:spPr>
          <a:xfrm>
            <a:off x="1777721" y="316743"/>
            <a:ext cx="5682683" cy="444322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0"/>
              </a:spcBef>
              <a:buNone/>
              <a:defRPr sz="2200" b="1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it-IT" sz="2400" dirty="0">
                <a:latin typeface="+mj-lt"/>
              </a:rPr>
              <a:t>ROADMAP DELLA PRESENTAZIONE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5B56A3F4-CB0A-BDBE-D094-25261354A2C7}"/>
              </a:ext>
            </a:extLst>
          </p:cNvPr>
          <p:cNvGrpSpPr/>
          <p:nvPr/>
        </p:nvGrpSpPr>
        <p:grpSpPr>
          <a:xfrm>
            <a:off x="1453815" y="726307"/>
            <a:ext cx="6236369" cy="83912"/>
            <a:chOff x="1382889" y="705970"/>
            <a:chExt cx="6236369" cy="83912"/>
          </a:xfrm>
        </p:grpSpPr>
        <p:cxnSp>
          <p:nvCxnSpPr>
            <p:cNvPr id="12" name="Connettore diritto 11">
              <a:extLst>
                <a:ext uri="{FF2B5EF4-FFF2-40B4-BE49-F238E27FC236}">
                  <a16:creationId xmlns:a16="http://schemas.microsoft.com/office/drawing/2014/main" id="{93973C3C-A467-45BE-15D4-991F627ED0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72738" y="747926"/>
              <a:ext cx="605667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Ovale 12">
              <a:extLst>
                <a:ext uri="{FF2B5EF4-FFF2-40B4-BE49-F238E27FC236}">
                  <a16:creationId xmlns:a16="http://schemas.microsoft.com/office/drawing/2014/main" id="{AF56AC36-658E-B5BD-D3FB-2B7A52AF04ED}"/>
                </a:ext>
              </a:extLst>
            </p:cNvPr>
            <p:cNvSpPr/>
            <p:nvPr userDrawn="1"/>
          </p:nvSpPr>
          <p:spPr>
            <a:xfrm>
              <a:off x="1382889" y="705970"/>
              <a:ext cx="89849" cy="83912"/>
            </a:xfrm>
            <a:prstGeom prst="ellips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56F7589E-3211-645D-1B4D-0C4CA6315A5A}"/>
                </a:ext>
              </a:extLst>
            </p:cNvPr>
            <p:cNvSpPr/>
            <p:nvPr userDrawn="1"/>
          </p:nvSpPr>
          <p:spPr>
            <a:xfrm>
              <a:off x="7529409" y="705970"/>
              <a:ext cx="89849" cy="83912"/>
            </a:xfrm>
            <a:prstGeom prst="ellips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3" name="Rectangle 4">
            <a:extLst>
              <a:ext uri="{FF2B5EF4-FFF2-40B4-BE49-F238E27FC236}">
                <a16:creationId xmlns:a16="http://schemas.microsoft.com/office/drawing/2014/main" id="{703AB89B-BD2C-C35B-A3EB-25B5563BC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188" y="2159481"/>
            <a:ext cx="463069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sz="2000" b="1" dirty="0"/>
              <a:t> INTRODUZIONE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it-IT" altLang="it-IT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ANALISI DEI REGIMI DI MERCATO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ANALISI </a:t>
            </a:r>
            <a:r>
              <a:rPr lang="it-IT" altLang="it-IT" sz="2000" b="1" dirty="0"/>
              <a:t>FATTORIALE</a:t>
            </a:r>
            <a:endParaRPr kumimoji="0" lang="it-IT" altLang="it-IT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it-IT" altLang="it-IT" sz="2000" b="1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RISULTATI</a:t>
            </a:r>
            <a:r>
              <a:rPr lang="it-IT" altLang="it-IT" sz="2000" b="1" dirty="0"/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it-IT" altLang="it-IT" sz="2000" b="1" dirty="0"/>
              <a:t> </a:t>
            </a: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CONCLUSIONI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8123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F392D225-5A00-B34E-A4D5-1E0B42D1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721" y="316743"/>
            <a:ext cx="5682683" cy="444322"/>
          </a:xfrm>
        </p:spPr>
        <p:txBody>
          <a:bodyPr>
            <a:normAutofit fontScale="90000"/>
          </a:bodyPr>
          <a:lstStyle/>
          <a:p>
            <a:pPr algn="ctr"/>
            <a:r>
              <a:rPr lang="it-IT" sz="2700" dirty="0"/>
              <a:t>INTRODUZIONE (1/2)</a:t>
            </a:r>
            <a:br>
              <a:rPr lang="it-IT" dirty="0"/>
            </a:br>
            <a:endParaRPr lang="it-IT" dirty="0"/>
          </a:p>
        </p:txBody>
      </p:sp>
      <p:sp>
        <p:nvSpPr>
          <p:cNvPr id="21" name="Segnaposto numero diapositiva 407">
            <a:extLst>
              <a:ext uri="{FF2B5EF4-FFF2-40B4-BE49-F238E27FC236}">
                <a16:creationId xmlns:a16="http://schemas.microsoft.com/office/drawing/2014/main" id="{9F578DA6-534B-8A1A-9E95-FBE411B1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19615" y="6379244"/>
            <a:ext cx="522621" cy="365125"/>
          </a:xfrm>
        </p:spPr>
        <p:txBody>
          <a:bodyPr/>
          <a:lstStyle/>
          <a:p>
            <a:fld id="{7834947A-1B05-2B43-AD85-E646CE852B9E}" type="slidenum">
              <a:rPr lang="it-IT" smtClean="0"/>
              <a:pPr/>
              <a:t>3</a:t>
            </a:fld>
            <a:endParaRPr lang="it-IT" dirty="0"/>
          </a:p>
        </p:txBody>
      </p:sp>
      <p:sp>
        <p:nvSpPr>
          <p:cNvPr id="53" name="Rectangle 2">
            <a:extLst>
              <a:ext uri="{FF2B5EF4-FFF2-40B4-BE49-F238E27FC236}">
                <a16:creationId xmlns:a16="http://schemas.microsoft.com/office/drawing/2014/main" id="{9459548B-D9FF-AA7B-23AF-C2F8BDC0CF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1197" y="2190717"/>
            <a:ext cx="850160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Che cos’è il </a:t>
            </a:r>
            <a:r>
              <a:rPr kumimoji="0" lang="it-IT" altLang="it-IT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Factor</a:t>
            </a: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Investing</a:t>
            </a:r>
            <a:r>
              <a:rPr lang="it-IT" altLang="it-IT" sz="1600" b="1" dirty="0"/>
              <a:t> (FI)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Evoluzione del FI</a:t>
            </a:r>
            <a:endParaRPr lang="it-IT" altLang="it-IT" sz="1600" dirty="0"/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Fama &amp; French (1992 &amp; 2016): Approccio multifattoriale, estensione del CAPM</a:t>
            </a:r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(Polk et al.) : </a:t>
            </a:r>
            <a:r>
              <a:rPr lang="it-IT" sz="1600" dirty="0"/>
              <a:t>Allocazione tattica dei fattori in base alle fasi del ciclo economico.</a:t>
            </a:r>
            <a:endParaRPr lang="it-IT" altLang="it-IT" sz="1600" dirty="0"/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(Di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Ciurcio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et al. 2024)</a:t>
            </a:r>
            <a:r>
              <a:rPr lang="it-IT" altLang="it-IT" sz="1600" dirty="0"/>
              <a:t> : Applicazione di tecniche di ML 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 aumentare la precisione nell’allocazione dei fattori in base ai regimi di mercato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it-IT" altLang="it-IT" sz="1600" b="1" dirty="0"/>
              <a:t>Obiettivo del progetto</a:t>
            </a:r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it-IT" sz="1600" dirty="0"/>
              <a:t> Analizzare il lavoro di </a:t>
            </a:r>
            <a:r>
              <a:rPr lang="it-IT" sz="1600" dirty="0" err="1"/>
              <a:t>Di</a:t>
            </a:r>
            <a:r>
              <a:rPr lang="it-IT" sz="1600" dirty="0"/>
              <a:t> </a:t>
            </a:r>
            <a:r>
              <a:rPr lang="it-IT" sz="1600" dirty="0" err="1"/>
              <a:t>Ciurcio</a:t>
            </a:r>
            <a:r>
              <a:rPr lang="it-IT" sz="1600" dirty="0"/>
              <a:t> et al. per sviluppare ed implementare un approccio personalizzato. </a:t>
            </a:r>
            <a:endParaRPr lang="it-IT" altLang="it-IT" sz="1600" dirty="0"/>
          </a:p>
        </p:txBody>
      </p:sp>
    </p:spTree>
    <p:extLst>
      <p:ext uri="{BB962C8B-B14F-4D97-AF65-F5344CB8AC3E}">
        <p14:creationId xmlns:p14="http://schemas.microsoft.com/office/powerpoint/2010/main" val="3383649683"/>
      </p:ext>
    </p:extLst>
  </p:cSld>
  <p:clrMapOvr>
    <a:masterClrMapping/>
  </p:clrMapOvr>
  <p:transition spd="med">
    <p:pull/>
  </p:transition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ttangolo con angoli arrotondati 114">
            <a:extLst>
              <a:ext uri="{FF2B5EF4-FFF2-40B4-BE49-F238E27FC236}">
                <a16:creationId xmlns:a16="http://schemas.microsoft.com/office/drawing/2014/main" id="{DC514353-8731-CC47-06F9-2ACE38743834}"/>
              </a:ext>
            </a:extLst>
          </p:cNvPr>
          <p:cNvSpPr/>
          <p:nvPr/>
        </p:nvSpPr>
        <p:spPr>
          <a:xfrm>
            <a:off x="431122" y="4110701"/>
            <a:ext cx="1363427" cy="461665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14" name="Rettangolo con angoli arrotondati 113">
            <a:extLst>
              <a:ext uri="{FF2B5EF4-FFF2-40B4-BE49-F238E27FC236}">
                <a16:creationId xmlns:a16="http://schemas.microsoft.com/office/drawing/2014/main" id="{C0D5C9C5-0473-D4FA-848A-B13627AD093E}"/>
              </a:ext>
            </a:extLst>
          </p:cNvPr>
          <p:cNvSpPr/>
          <p:nvPr/>
        </p:nvSpPr>
        <p:spPr>
          <a:xfrm>
            <a:off x="268482" y="1918033"/>
            <a:ext cx="2219463" cy="1184656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7FFDD451-4134-8A6D-82BF-4FC254A56BDB}"/>
              </a:ext>
            </a:extLst>
          </p:cNvPr>
          <p:cNvSpPr/>
          <p:nvPr/>
        </p:nvSpPr>
        <p:spPr>
          <a:xfrm>
            <a:off x="2862687" y="1862864"/>
            <a:ext cx="3055378" cy="1270594"/>
          </a:xfrm>
          <a:prstGeom prst="roundRect">
            <a:avLst/>
          </a:prstGeom>
          <a:solidFill>
            <a:schemeClr val="accent6">
              <a:tint val="50000"/>
              <a:satMod val="30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>
              <a:highlight>
                <a:srgbClr val="000000"/>
              </a:highlight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33E34C7-CA2B-D971-D3A4-98BBA96F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500" y="316743"/>
            <a:ext cx="6268999" cy="444322"/>
          </a:xfrm>
        </p:spPr>
        <p:txBody>
          <a:bodyPr>
            <a:noAutofit/>
          </a:bodyPr>
          <a:lstStyle/>
          <a:p>
            <a:pPr algn="ctr"/>
            <a:r>
              <a:rPr lang="it-IT" sz="2400" dirty="0"/>
              <a:t>INTRODUZIONE (2/2): DIAGRAMMA DI FLUSSO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21D89E-8108-313D-4446-827EB2A9F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4</a:t>
            </a:fld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3A19A8A-6C57-5B0A-8BC6-2F44018DF5E0}"/>
              </a:ext>
            </a:extLst>
          </p:cNvPr>
          <p:cNvSpPr txBox="1"/>
          <p:nvPr/>
        </p:nvSpPr>
        <p:spPr>
          <a:xfrm>
            <a:off x="304096" y="2056014"/>
            <a:ext cx="2153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/>
            </a:lvl1pPr>
          </a:lstStyle>
          <a:p>
            <a:pPr algn="ctr"/>
            <a:r>
              <a:rPr lang="it-IT" sz="1200" dirty="0"/>
              <a:t>MACROECONOMICS VARIABLES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9F46A71-7801-EB61-DF10-8A21CE551409}"/>
              </a:ext>
            </a:extLst>
          </p:cNvPr>
          <p:cNvSpPr txBox="1"/>
          <p:nvPr/>
        </p:nvSpPr>
        <p:spPr>
          <a:xfrm>
            <a:off x="542736" y="2440360"/>
            <a:ext cx="1604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S&amp;P500 SECTORS &amp; </a:t>
            </a:r>
          </a:p>
          <a:p>
            <a:pPr algn="ctr"/>
            <a:r>
              <a:rPr lang="it-IT" sz="1200" dirty="0"/>
              <a:t>TREASURIES DATA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35AA524-B473-C37D-5074-75D92DC3ECDF}"/>
              </a:ext>
            </a:extLst>
          </p:cNvPr>
          <p:cNvSpPr txBox="1"/>
          <p:nvPr/>
        </p:nvSpPr>
        <p:spPr>
          <a:xfrm>
            <a:off x="357171" y="4101773"/>
            <a:ext cx="1441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S&amp;P500  FACTORS DATA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BD5C96B-C499-E26A-37B5-80FB7F81BF81}"/>
              </a:ext>
            </a:extLst>
          </p:cNvPr>
          <p:cNvSpPr txBox="1"/>
          <p:nvPr/>
        </p:nvSpPr>
        <p:spPr>
          <a:xfrm>
            <a:off x="439494" y="1144443"/>
            <a:ext cx="1410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INPUT DATA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B5D7494-28A4-6AF5-75E2-EE8C3B4EDF88}"/>
              </a:ext>
            </a:extLst>
          </p:cNvPr>
          <p:cNvSpPr txBox="1"/>
          <p:nvPr/>
        </p:nvSpPr>
        <p:spPr>
          <a:xfrm>
            <a:off x="3642242" y="1121953"/>
            <a:ext cx="1410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MODELS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E59E977-FE74-739D-D88B-32674E1F0FB9}"/>
              </a:ext>
            </a:extLst>
          </p:cNvPr>
          <p:cNvSpPr txBox="1"/>
          <p:nvPr/>
        </p:nvSpPr>
        <p:spPr>
          <a:xfrm>
            <a:off x="7205513" y="1186736"/>
            <a:ext cx="1410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OUTPUT DATA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75DF3958-ABFD-E0AA-7321-3FBFDB848ED8}"/>
              </a:ext>
            </a:extLst>
          </p:cNvPr>
          <p:cNvCxnSpPr>
            <a:cxnSpLocks/>
            <a:stCxn id="114" idx="3"/>
            <a:endCxn id="42" idx="1"/>
          </p:cNvCxnSpPr>
          <p:nvPr/>
        </p:nvCxnSpPr>
        <p:spPr>
          <a:xfrm flipV="1">
            <a:off x="2487945" y="2498161"/>
            <a:ext cx="374742" cy="12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47EDF5D-BD22-8C9A-4631-9BF761F24DB8}"/>
              </a:ext>
            </a:extLst>
          </p:cNvPr>
          <p:cNvSpPr txBox="1"/>
          <p:nvPr/>
        </p:nvSpPr>
        <p:spPr>
          <a:xfrm>
            <a:off x="3203335" y="2320960"/>
            <a:ext cx="2288316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SUPERVISED MODEL:</a:t>
            </a:r>
          </a:p>
          <a:p>
            <a:pPr algn="ctr"/>
            <a:r>
              <a:rPr lang="it-IT" sz="1400" dirty="0"/>
              <a:t> (Random </a:t>
            </a:r>
            <a:r>
              <a:rPr lang="it-IT" sz="1400" dirty="0" err="1"/>
              <a:t>Forest</a:t>
            </a:r>
            <a:r>
              <a:rPr lang="it-IT" sz="1400" dirty="0"/>
              <a:t>, SVA, etc..)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48F4718-2A9F-3089-A6E5-B5D320153314}"/>
              </a:ext>
            </a:extLst>
          </p:cNvPr>
          <p:cNvSpPr txBox="1"/>
          <p:nvPr/>
        </p:nvSpPr>
        <p:spPr>
          <a:xfrm>
            <a:off x="2867453" y="1967105"/>
            <a:ext cx="2928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FASE 1: ANALISI REGIMI DI MERCATO</a:t>
            </a: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C8FAFD17-A9CB-0A28-5841-80724BFFF89F}"/>
              </a:ext>
            </a:extLst>
          </p:cNvPr>
          <p:cNvSpPr/>
          <p:nvPr/>
        </p:nvSpPr>
        <p:spPr>
          <a:xfrm>
            <a:off x="2867454" y="3619500"/>
            <a:ext cx="3055542" cy="1410548"/>
          </a:xfrm>
          <a:prstGeom prst="roundRect">
            <a:avLst/>
          </a:prstGeom>
          <a:solidFill>
            <a:schemeClr val="accent6">
              <a:tint val="50000"/>
              <a:satMod val="30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58F14A3A-81CC-F235-DAAB-A9610C258749}"/>
                  </a:ext>
                </a:extLst>
              </p:cNvPr>
              <p:cNvSpPr txBox="1"/>
              <p:nvPr/>
            </p:nvSpPr>
            <p:spPr>
              <a:xfrm>
                <a:off x="3188685" y="4125471"/>
                <a:ext cx="2413080" cy="54162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it-IT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400" dirty="0"/>
                  <a:t>SUPERVISED MODEL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IT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400" dirty="0"/>
                  <a:t> Market Regime) </a:t>
                </a:r>
              </a:p>
            </p:txBody>
          </p:sp>
        </mc:Choice>
        <mc:Fallback xmlns="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58F14A3A-81CC-F235-DAAB-A9610C258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685" y="4125471"/>
                <a:ext cx="2413080" cy="541623"/>
              </a:xfrm>
              <a:prstGeom prst="rect">
                <a:avLst/>
              </a:prstGeom>
              <a:blipFill>
                <a:blip r:embed="rId2"/>
                <a:stretch>
                  <a:fillRect b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B98C16CF-E3EC-81CD-3AEA-AE03F94E5113}"/>
              </a:ext>
            </a:extLst>
          </p:cNvPr>
          <p:cNvSpPr txBox="1"/>
          <p:nvPr/>
        </p:nvSpPr>
        <p:spPr>
          <a:xfrm>
            <a:off x="3221003" y="3679974"/>
            <a:ext cx="2701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FASE 2: ANALISI FATTORIALE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72A63C78-CFE7-AB86-C155-95156C0BEA93}"/>
              </a:ext>
            </a:extLst>
          </p:cNvPr>
          <p:cNvSpPr txBox="1"/>
          <p:nvPr/>
        </p:nvSpPr>
        <p:spPr>
          <a:xfrm>
            <a:off x="4347496" y="3036732"/>
            <a:ext cx="2626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200" b="1" i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it-IT" sz="1200" b="1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MARKET-REGIME’S LABEL (0,1,.. k)</a:t>
            </a:r>
          </a:p>
          <a:p>
            <a:endParaRPr lang="it-IT" sz="1200" b="1" i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4" name="Connettore a gomito 63">
            <a:extLst>
              <a:ext uri="{FF2B5EF4-FFF2-40B4-BE49-F238E27FC236}">
                <a16:creationId xmlns:a16="http://schemas.microsoft.com/office/drawing/2014/main" id="{D35C70B3-136B-42E6-D5AF-727097B46C17}"/>
              </a:ext>
            </a:extLst>
          </p:cNvPr>
          <p:cNvCxnSpPr>
            <a:cxnSpLocks/>
            <a:stCxn id="18" idx="2"/>
          </p:cNvCxnSpPr>
          <p:nvPr/>
        </p:nvCxnSpPr>
        <p:spPr>
          <a:xfrm rot="16200000" flipH="1">
            <a:off x="3965935" y="3225738"/>
            <a:ext cx="763119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ttore 2 73">
            <a:extLst>
              <a:ext uri="{FF2B5EF4-FFF2-40B4-BE49-F238E27FC236}">
                <a16:creationId xmlns:a16="http://schemas.microsoft.com/office/drawing/2014/main" id="{81023FEC-EE46-0E7E-958A-7456524E9C7E}"/>
              </a:ext>
            </a:extLst>
          </p:cNvPr>
          <p:cNvCxnSpPr>
            <a:cxnSpLocks/>
            <a:stCxn id="115" idx="3"/>
            <a:endCxn id="47" idx="1"/>
          </p:cNvCxnSpPr>
          <p:nvPr/>
        </p:nvCxnSpPr>
        <p:spPr>
          <a:xfrm flipV="1">
            <a:off x="1794549" y="4324774"/>
            <a:ext cx="1072905" cy="16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ttore 2 86">
            <a:extLst>
              <a:ext uri="{FF2B5EF4-FFF2-40B4-BE49-F238E27FC236}">
                <a16:creationId xmlns:a16="http://schemas.microsoft.com/office/drawing/2014/main" id="{251AF629-DEF6-916F-1C9E-4C8A7F1F7B67}"/>
              </a:ext>
            </a:extLst>
          </p:cNvPr>
          <p:cNvCxnSpPr>
            <a:cxnSpLocks/>
            <a:stCxn id="47" idx="3"/>
            <a:endCxn id="102" idx="1"/>
          </p:cNvCxnSpPr>
          <p:nvPr/>
        </p:nvCxnSpPr>
        <p:spPr>
          <a:xfrm>
            <a:off x="5922996" y="4324774"/>
            <a:ext cx="1434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2" name="CasellaDiTesto 101">
            <a:extLst>
              <a:ext uri="{FF2B5EF4-FFF2-40B4-BE49-F238E27FC236}">
                <a16:creationId xmlns:a16="http://schemas.microsoft.com/office/drawing/2014/main" id="{9AD26FDD-317A-5F1D-FBA5-157EB303E963}"/>
              </a:ext>
            </a:extLst>
          </p:cNvPr>
          <p:cNvSpPr txBox="1"/>
          <p:nvPr/>
        </p:nvSpPr>
        <p:spPr>
          <a:xfrm>
            <a:off x="7357145" y="4093941"/>
            <a:ext cx="1367899" cy="461665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200" b="1" i="1" dirty="0"/>
              <a:t>FACTOR WEIGHTS</a:t>
            </a:r>
          </a:p>
          <a:p>
            <a:pPr algn="ctr"/>
            <a:r>
              <a:rPr lang="it-IT" sz="1200" b="1" i="1" dirty="0"/>
              <a:t>PREDICTED</a:t>
            </a:r>
            <a:endParaRPr lang="it-IT" sz="1400" b="1" i="1" dirty="0"/>
          </a:p>
        </p:txBody>
      </p:sp>
      <p:sp>
        <p:nvSpPr>
          <p:cNvPr id="149" name="Segnaposto contenuto 23">
            <a:extLst>
              <a:ext uri="{FF2B5EF4-FFF2-40B4-BE49-F238E27FC236}">
                <a16:creationId xmlns:a16="http://schemas.microsoft.com/office/drawing/2014/main" id="{9C4B13CA-BDAD-A4A7-E1C5-84C7A2AAB713}"/>
              </a:ext>
            </a:extLst>
          </p:cNvPr>
          <p:cNvSpPr txBox="1">
            <a:spLocks/>
          </p:cNvSpPr>
          <p:nvPr/>
        </p:nvSpPr>
        <p:spPr>
          <a:xfrm>
            <a:off x="2487945" y="5653145"/>
            <a:ext cx="4321743" cy="326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400" b="1" i="1" dirty="0"/>
              <a:t>Figura 1</a:t>
            </a:r>
            <a:r>
              <a:rPr lang="it-IT" sz="1400" dirty="0"/>
              <a:t>: Logica globale dello strumento di calcolo </a:t>
            </a:r>
          </a:p>
        </p:txBody>
      </p:sp>
    </p:spTree>
    <p:extLst>
      <p:ext uri="{BB962C8B-B14F-4D97-AF65-F5344CB8AC3E}">
        <p14:creationId xmlns:p14="http://schemas.microsoft.com/office/powerpoint/2010/main" val="29169683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E4FDB-BF40-C0C9-FB4A-40DD7D5E9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7">
            <a:extLst>
              <a:ext uri="{FF2B5EF4-FFF2-40B4-BE49-F238E27FC236}">
                <a16:creationId xmlns:a16="http://schemas.microsoft.com/office/drawing/2014/main" id="{99A8152C-353E-A3B1-765F-91B6E7F42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721" y="316743"/>
            <a:ext cx="5682683" cy="444322"/>
          </a:xfrm>
        </p:spPr>
        <p:txBody>
          <a:bodyPr>
            <a:noAutofit/>
          </a:bodyPr>
          <a:lstStyle/>
          <a:p>
            <a:pPr algn="ctr"/>
            <a:r>
              <a:rPr lang="it-IT" altLang="it-IT" sz="2400" dirty="0"/>
              <a:t> ANALISI DEI REGIMI DI MERCATO (1/4)</a:t>
            </a:r>
            <a:endParaRPr lang="it-IT" sz="2400" dirty="0"/>
          </a:p>
        </p:txBody>
      </p:sp>
      <p:sp>
        <p:nvSpPr>
          <p:cNvPr id="24" name="Segnaposto contenuto 23">
            <a:extLst>
              <a:ext uri="{FF2B5EF4-FFF2-40B4-BE49-F238E27FC236}">
                <a16:creationId xmlns:a16="http://schemas.microsoft.com/office/drawing/2014/main" id="{AA3E8F12-ACEA-FDFA-937D-E86B1D712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39" y="1578450"/>
            <a:ext cx="8605021" cy="654646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/>
              <a:t>Calcolo del massimo </a:t>
            </a:r>
            <a:r>
              <a:rPr lang="it-IT" sz="1600" b="1" dirty="0" err="1"/>
              <a:t>drawdown</a:t>
            </a:r>
            <a:r>
              <a:rPr lang="it-IT" sz="1600" b="1" dirty="0"/>
              <a:t> </a:t>
            </a:r>
            <a:r>
              <a:rPr lang="it-IT" sz="1600" b="1" dirty="0" err="1"/>
              <a:t>rolling</a:t>
            </a:r>
            <a:r>
              <a:rPr lang="it-IT" sz="1600" b="1" dirty="0"/>
              <a:t> su tre mesi dell'S&amp;P500 (1987-2023)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/>
              <a:t>Clustering : K-</a:t>
            </a:r>
            <a:r>
              <a:rPr lang="it-IT" sz="1600" b="1" dirty="0" err="1"/>
              <a:t>means</a:t>
            </a:r>
            <a:r>
              <a:rPr lang="it-IT" sz="1600" b="1" dirty="0"/>
              <a:t> &amp; Elbow Method</a:t>
            </a:r>
            <a:endParaRPr lang="it-IT" sz="1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800" b="1" dirty="0"/>
          </a:p>
          <a:p>
            <a:endParaRPr lang="it-IT" sz="1800" b="1" dirty="0"/>
          </a:p>
          <a:p>
            <a:endParaRPr lang="it-IT" sz="1800" b="1" dirty="0"/>
          </a:p>
        </p:txBody>
      </p:sp>
      <p:sp>
        <p:nvSpPr>
          <p:cNvPr id="2" name="Segnaposto numero diapositiva 407">
            <a:extLst>
              <a:ext uri="{FF2B5EF4-FFF2-40B4-BE49-F238E27FC236}">
                <a16:creationId xmlns:a16="http://schemas.microsoft.com/office/drawing/2014/main" id="{2AAB383C-99DA-B59A-5375-542F58A9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19615" y="6379244"/>
            <a:ext cx="522621" cy="365125"/>
          </a:xfrm>
        </p:spPr>
        <p:txBody>
          <a:bodyPr/>
          <a:lstStyle/>
          <a:p>
            <a:fld id="{7834947A-1B05-2B43-AD85-E646CE852B9E}" type="slidenum">
              <a:rPr lang="it-IT" smtClean="0"/>
              <a:pPr/>
              <a:t>5</a:t>
            </a:fld>
            <a:endParaRPr lang="it-IT" dirty="0"/>
          </a:p>
        </p:txBody>
      </p: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2112DD9F-8F89-98F1-8C1A-75A737760115}"/>
              </a:ext>
            </a:extLst>
          </p:cNvPr>
          <p:cNvGrpSpPr/>
          <p:nvPr/>
        </p:nvGrpSpPr>
        <p:grpSpPr>
          <a:xfrm>
            <a:off x="1074070" y="982863"/>
            <a:ext cx="7089984" cy="504024"/>
            <a:chOff x="1404130" y="991040"/>
            <a:chExt cx="7089984" cy="504024"/>
          </a:xfrm>
        </p:grpSpPr>
        <p:sp>
          <p:nvSpPr>
            <p:cNvPr id="44" name="Rettangolo con angoli arrotondati 43">
              <a:extLst>
                <a:ext uri="{FF2B5EF4-FFF2-40B4-BE49-F238E27FC236}">
                  <a16:creationId xmlns:a16="http://schemas.microsoft.com/office/drawing/2014/main" id="{48B6771E-6C6D-B859-7BB8-53B658B8ED4C}"/>
                </a:ext>
              </a:extLst>
            </p:cNvPr>
            <p:cNvSpPr/>
            <p:nvPr/>
          </p:nvSpPr>
          <p:spPr>
            <a:xfrm>
              <a:off x="1503837" y="991040"/>
              <a:ext cx="6890571" cy="475524"/>
            </a:xfrm>
            <a:prstGeom prst="roundRect">
              <a:avLst/>
            </a:prstGeom>
            <a:solidFill>
              <a:srgbClr val="728F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5" name="Titolo 1">
              <a:extLst>
                <a:ext uri="{FF2B5EF4-FFF2-40B4-BE49-F238E27FC236}">
                  <a16:creationId xmlns:a16="http://schemas.microsoft.com/office/drawing/2014/main" id="{A50B4447-BBD6-4622-56EB-6645E1B02ED9}"/>
                </a:ext>
              </a:extLst>
            </p:cNvPr>
            <p:cNvSpPr txBox="1">
              <a:spLocks/>
            </p:cNvSpPr>
            <p:nvPr/>
          </p:nvSpPr>
          <p:spPr>
            <a:xfrm>
              <a:off x="1404130" y="1050742"/>
              <a:ext cx="7089984" cy="444322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457200" rtl="0" eaLnBrk="1" latinLnBrk="0" hangingPunct="1">
                <a:spcBef>
                  <a:spcPct val="0"/>
                </a:spcBef>
                <a:buNone/>
                <a:defRPr sz="3600" b="1" kern="1200">
                  <a:solidFill>
                    <a:schemeClr val="bg1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pPr marL="457200" algn="just" rtl="0" eaLnBrk="0" fontAlgn="base" latinLnBrk="0" hangingPunct="0">
                <a:spcBef>
                  <a:spcPts val="0"/>
                </a:spcBef>
                <a:spcAft>
                  <a:spcPts val="0"/>
                </a:spcAft>
                <a:buClrTx/>
                <a:buSzPts val="1800"/>
              </a:pPr>
              <a:r>
                <a:rPr lang="it-IT" sz="1600" b="1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</a:rPr>
                <a:t>1° PARTE: </a:t>
              </a:r>
              <a:r>
                <a:rPr lang="it-IT" sz="16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</a:rPr>
                <a:t>IDENTIFICAZIONE DEI REGIMI DI MERCATO SUI DATI STORICI </a:t>
              </a:r>
              <a:r>
                <a:rPr lang="en-US" sz="1600" dirty="0">
                  <a:solidFill>
                    <a:schemeClr val="tx1"/>
                  </a:solidFill>
                  <a:latin typeface="+mj-lt"/>
                  <a:cs typeface="Arabic Typesetting" panose="020F0502020204030204" pitchFamily="66" charset="-78"/>
                </a:rPr>
                <a:t> </a:t>
              </a:r>
            </a:p>
          </p:txBody>
        </p:sp>
      </p:grpSp>
      <p:pic>
        <p:nvPicPr>
          <p:cNvPr id="11" name="Immagine 10" descr="Immagine che contiene testo, Carattere, schermata, numero&#10;&#10;Descrizione generata automaticamente">
            <a:extLst>
              <a:ext uri="{FF2B5EF4-FFF2-40B4-BE49-F238E27FC236}">
                <a16:creationId xmlns:a16="http://schemas.microsoft.com/office/drawing/2014/main" id="{2BE93E15-3B9A-325B-4DFA-CB784C2D1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14" b="17756"/>
          <a:stretch/>
        </p:blipFill>
        <p:spPr>
          <a:xfrm>
            <a:off x="727587" y="2324659"/>
            <a:ext cx="4519931" cy="686269"/>
          </a:xfrm>
          <a:prstGeom prst="rect">
            <a:avLst/>
          </a:prstGeom>
        </p:spPr>
      </p:pic>
      <p:sp>
        <p:nvSpPr>
          <p:cNvPr id="3" name="Segnaposto contenuto 23">
            <a:extLst>
              <a:ext uri="{FF2B5EF4-FFF2-40B4-BE49-F238E27FC236}">
                <a16:creationId xmlns:a16="http://schemas.microsoft.com/office/drawing/2014/main" id="{2462F727-17DE-7E30-4C62-3F3A91F2B093}"/>
              </a:ext>
            </a:extLst>
          </p:cNvPr>
          <p:cNvSpPr txBox="1">
            <a:spLocks/>
          </p:cNvSpPr>
          <p:nvPr/>
        </p:nvSpPr>
        <p:spPr>
          <a:xfrm>
            <a:off x="5820697" y="2283609"/>
            <a:ext cx="3002901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400" b="1" i="1" dirty="0"/>
              <a:t>Figura 2</a:t>
            </a:r>
            <a:r>
              <a:rPr lang="it-IT" sz="1400" dirty="0"/>
              <a:t>: Confronto dei risultati sul clustering dei regimi di mercato</a:t>
            </a:r>
          </a:p>
        </p:txBody>
      </p:sp>
      <p:pic>
        <p:nvPicPr>
          <p:cNvPr id="4" name="Immagine 3" descr="Immagine che contiene testo, linea, schermata, Diagramma&#10;&#10;Descrizione generata automaticamente">
            <a:extLst>
              <a:ext uri="{FF2B5EF4-FFF2-40B4-BE49-F238E27FC236}">
                <a16:creationId xmlns:a16="http://schemas.microsoft.com/office/drawing/2014/main" id="{72E4473F-A8E0-F5CF-AD01-2CF7DCF3A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10" y="3061441"/>
            <a:ext cx="5359177" cy="3179397"/>
          </a:xfrm>
          <a:prstGeom prst="rect">
            <a:avLst/>
          </a:prstGeom>
        </p:spPr>
      </p:pic>
      <p:sp>
        <p:nvSpPr>
          <p:cNvPr id="5" name="Segnaposto contenuto 23">
            <a:extLst>
              <a:ext uri="{FF2B5EF4-FFF2-40B4-BE49-F238E27FC236}">
                <a16:creationId xmlns:a16="http://schemas.microsoft.com/office/drawing/2014/main" id="{5CBE9695-2542-92A2-4272-5F31D82F7ECF}"/>
              </a:ext>
            </a:extLst>
          </p:cNvPr>
          <p:cNvSpPr txBox="1">
            <a:spLocks/>
          </p:cNvSpPr>
          <p:nvPr/>
        </p:nvSpPr>
        <p:spPr>
          <a:xfrm>
            <a:off x="5820697" y="3257270"/>
            <a:ext cx="3106994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it-IT"/>
            </a:defPPr>
            <a:lvl1pPr indent="0">
              <a:spcBef>
                <a:spcPct val="20000"/>
              </a:spcBef>
              <a:buFont typeface="Wingdings" charset="2"/>
              <a:buNone/>
              <a:defRPr sz="1400" b="1" i="1">
                <a:cs typeface="Arial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200">
                <a:cs typeface="Arial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200">
                <a:cs typeface="Arial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200">
                <a:cs typeface="Arial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200">
                <a:cs typeface="Arial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it-IT" dirty="0"/>
              <a:t>Figura 3: </a:t>
            </a:r>
            <a:r>
              <a:rPr lang="it-IT" b="0" i="0" dirty="0"/>
              <a:t>Visualizzazione congiunta del clustering e del maximum-</a:t>
            </a:r>
            <a:r>
              <a:rPr lang="it-IT" b="0" i="0" dirty="0" err="1"/>
              <a:t>drawdown</a:t>
            </a:r>
            <a:endParaRPr lang="it-IT" b="0" i="0" dirty="0"/>
          </a:p>
        </p:txBody>
      </p:sp>
    </p:spTree>
    <p:extLst>
      <p:ext uri="{BB962C8B-B14F-4D97-AF65-F5344CB8AC3E}">
        <p14:creationId xmlns:p14="http://schemas.microsoft.com/office/powerpoint/2010/main" val="2355382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85DA-23F6-1166-974B-7842D9CBE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ED93BCA-641E-F043-F44C-DE5F3B7D72B2}"/>
              </a:ext>
            </a:extLst>
          </p:cNvPr>
          <p:cNvSpPr/>
          <p:nvPr/>
        </p:nvSpPr>
        <p:spPr>
          <a:xfrm>
            <a:off x="1897625" y="1002400"/>
            <a:ext cx="5279923" cy="415865"/>
          </a:xfrm>
          <a:prstGeom prst="round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Titolo 17">
            <a:extLst>
              <a:ext uri="{FF2B5EF4-FFF2-40B4-BE49-F238E27FC236}">
                <a16:creationId xmlns:a16="http://schemas.microsoft.com/office/drawing/2014/main" id="{2B02622B-053E-0168-E13B-35216CD4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721" y="316743"/>
            <a:ext cx="5682683" cy="444322"/>
          </a:xfrm>
        </p:spPr>
        <p:txBody>
          <a:bodyPr>
            <a:noAutofit/>
          </a:bodyPr>
          <a:lstStyle/>
          <a:p>
            <a:pPr algn="ctr"/>
            <a:r>
              <a:rPr lang="it-IT" altLang="it-IT" sz="2400" dirty="0"/>
              <a:t> ANALISI DEI REGIMI DI MERCATO (2/4)</a:t>
            </a:r>
            <a:endParaRPr lang="it-IT" sz="2400" dirty="0"/>
          </a:p>
        </p:txBody>
      </p:sp>
      <p:sp>
        <p:nvSpPr>
          <p:cNvPr id="2" name="Segnaposto numero diapositiva 407">
            <a:extLst>
              <a:ext uri="{FF2B5EF4-FFF2-40B4-BE49-F238E27FC236}">
                <a16:creationId xmlns:a16="http://schemas.microsoft.com/office/drawing/2014/main" id="{51EDE684-F245-591D-2660-9DB24FD4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19615" y="6379244"/>
            <a:ext cx="522621" cy="365125"/>
          </a:xfrm>
        </p:spPr>
        <p:txBody>
          <a:bodyPr/>
          <a:lstStyle/>
          <a:p>
            <a:fld id="{7834947A-1B05-2B43-AD85-E646CE852B9E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DA0EC5A-5E36-1AE3-D194-769FF3751E7B}"/>
              </a:ext>
            </a:extLst>
          </p:cNvPr>
          <p:cNvSpPr txBox="1"/>
          <p:nvPr/>
        </p:nvSpPr>
        <p:spPr>
          <a:xfrm>
            <a:off x="1777721" y="1021233"/>
            <a:ext cx="51343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4672" indent="-347472" algn="just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it-IT" sz="16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2° PARTE: PREVISIONE DEI REGIMI </a:t>
            </a:r>
            <a:r>
              <a:rPr lang="it-IT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DI</a:t>
            </a:r>
            <a:r>
              <a:rPr lang="it-IT" sz="16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MERCATO (1/3)</a:t>
            </a:r>
            <a:endParaRPr lang="it-IT" sz="1600" b="1" dirty="0">
              <a:effectLst/>
            </a:endParaRPr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3069C6C-CA84-DFD4-8A72-0D6AF6964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5783"/>
            <a:ext cx="8371840" cy="1534700"/>
          </a:xfrm>
        </p:spPr>
        <p:txBody>
          <a:bodyPr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Obiettivo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it-IT" sz="1400" dirty="0"/>
              <a:t>Identificare un modello di ML adatto a classificare i regimi di mercato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Dati chiave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Indicatori Macroeconomici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it-IT" sz="1400" dirty="0"/>
              <a:t>Ampia gamma di variabili suddivise in settori come Inflazione, Produzione, Condizioni Finanziarie, Politiche Monetarie, Lavoro. La maggior parte dei dati è ottenuta dal FRED.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Financial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Turbulence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</a:t>
            </a:r>
            <a:r>
              <a:rPr lang="it-IT" sz="1400" dirty="0"/>
              <a:t>lcolata sui rendimenti mensili di 10 settori dell'SP500 e strumenti del Tesoro (1,2,10Y) , per rilevare deviazioni significative dai trend storici e valutare il rischio sistemico</a:t>
            </a:r>
          </a:p>
        </p:txBody>
      </p:sp>
      <p:pic>
        <p:nvPicPr>
          <p:cNvPr id="22" name="Immagine 21" descr="Immagine che contiene Diagramma, linea, testo, diagramma&#10;&#10;Descrizione generata automaticamente">
            <a:extLst>
              <a:ext uri="{FF2B5EF4-FFF2-40B4-BE49-F238E27FC236}">
                <a16:creationId xmlns:a16="http://schemas.microsoft.com/office/drawing/2014/main" id="{67CC2A70-19C1-0C4F-F490-F8D0027ED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876" y="3050483"/>
            <a:ext cx="4452248" cy="2890520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EB30CC89-7841-110D-F989-A1023A679F08}"/>
              </a:ext>
            </a:extLst>
          </p:cNvPr>
          <p:cNvSpPr txBox="1"/>
          <p:nvPr/>
        </p:nvSpPr>
        <p:spPr>
          <a:xfrm>
            <a:off x="3416658" y="5836767"/>
            <a:ext cx="2452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i="1" dirty="0"/>
              <a:t>Figura 4</a:t>
            </a:r>
            <a:r>
              <a:rPr lang="it-IT" sz="1400" dirty="0"/>
              <a:t>: Financial </a:t>
            </a:r>
            <a:r>
              <a:rPr lang="it-IT" sz="1400" dirty="0" err="1"/>
              <a:t>Turbulence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1318478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A0CDC-4B88-2DBB-D459-1E9E868F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80111E2F-F546-9770-DBD0-701450DFC673}"/>
              </a:ext>
            </a:extLst>
          </p:cNvPr>
          <p:cNvSpPr/>
          <p:nvPr/>
        </p:nvSpPr>
        <p:spPr>
          <a:xfrm>
            <a:off x="1178560" y="1002400"/>
            <a:ext cx="6890571" cy="475524"/>
          </a:xfrm>
          <a:prstGeom prst="round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Titolo 17">
            <a:extLst>
              <a:ext uri="{FF2B5EF4-FFF2-40B4-BE49-F238E27FC236}">
                <a16:creationId xmlns:a16="http://schemas.microsoft.com/office/drawing/2014/main" id="{0B570CDD-B2B0-D3A9-C0CF-B9E95990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721" y="316743"/>
            <a:ext cx="5682683" cy="444322"/>
          </a:xfrm>
        </p:spPr>
        <p:txBody>
          <a:bodyPr>
            <a:noAutofit/>
          </a:bodyPr>
          <a:lstStyle/>
          <a:p>
            <a:pPr algn="ctr"/>
            <a:r>
              <a:rPr lang="it-IT" altLang="it-IT" sz="2400" dirty="0"/>
              <a:t> ANALISI DEI REGIMI DI MERCATO (3/4)</a:t>
            </a:r>
            <a:endParaRPr lang="it-IT" sz="2400" dirty="0"/>
          </a:p>
        </p:txBody>
      </p:sp>
      <p:sp>
        <p:nvSpPr>
          <p:cNvPr id="2" name="Segnaposto numero diapositiva 407">
            <a:extLst>
              <a:ext uri="{FF2B5EF4-FFF2-40B4-BE49-F238E27FC236}">
                <a16:creationId xmlns:a16="http://schemas.microsoft.com/office/drawing/2014/main" id="{B619F5B1-BED7-1DCC-A5FD-985299D3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19615" y="6379244"/>
            <a:ext cx="522621" cy="365125"/>
          </a:xfrm>
        </p:spPr>
        <p:txBody>
          <a:bodyPr/>
          <a:lstStyle/>
          <a:p>
            <a:fld id="{7834947A-1B05-2B43-AD85-E646CE852B9E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736D331-E6C3-17E2-3BAA-5382AF0252B7}"/>
              </a:ext>
            </a:extLst>
          </p:cNvPr>
          <p:cNvSpPr txBox="1"/>
          <p:nvPr/>
        </p:nvSpPr>
        <p:spPr>
          <a:xfrm>
            <a:off x="1433902" y="1070885"/>
            <a:ext cx="63703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4672" indent="-347472" algn="just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it-IT" sz="16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2° PARTE: PREVISIONE DEI REGIMI DI RISCHIO </a:t>
            </a:r>
            <a:r>
              <a:rPr lang="it-IT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DI</a:t>
            </a:r>
            <a:r>
              <a:rPr lang="it-IT" sz="16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MERCATO (</a:t>
            </a:r>
            <a:r>
              <a:rPr lang="it-IT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2/3</a:t>
            </a:r>
            <a:r>
              <a:rPr lang="it-IT" sz="16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)</a:t>
            </a:r>
            <a:endParaRPr lang="it-IT" sz="1600" b="1" dirty="0">
              <a:effectLst/>
            </a:endParaRPr>
          </a:p>
        </p:txBody>
      </p:sp>
      <p:sp>
        <p:nvSpPr>
          <p:cNvPr id="8" name="Segnaposto contenuto 14">
            <a:extLst>
              <a:ext uri="{FF2B5EF4-FFF2-40B4-BE49-F238E27FC236}">
                <a16:creationId xmlns:a16="http://schemas.microsoft.com/office/drawing/2014/main" id="{1143D7C3-3AB7-D8B2-E301-8765086FA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1285"/>
            <a:ext cx="8371840" cy="263478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it-IT" sz="1400" dirty="0"/>
              <a:t> </a:t>
            </a:r>
            <a:r>
              <a:rPr lang="it-IT" sz="1600" b="1" dirty="0"/>
              <a:t>Classificazione</a:t>
            </a:r>
            <a:r>
              <a:rPr lang="it-IT" sz="14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it-IT" sz="1400" dirty="0"/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it-IT" sz="1400" b="1" dirty="0" err="1"/>
              <a:t>Multiclasse</a:t>
            </a:r>
            <a:r>
              <a:rPr lang="it-IT" sz="1400" dirty="0"/>
              <a:t>: Perché non è stato fattibile procedere con 3 regimi di mercato (Normale, Correttivo, Ribassista)?</a:t>
            </a:r>
          </a:p>
          <a:p>
            <a:pPr marL="102870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sz="1400" b="1" dirty="0"/>
              <a:t>Problema</a:t>
            </a:r>
            <a:r>
              <a:rPr lang="it-IT" sz="1400" dirty="0"/>
              <a:t>: Campioni della classe minoritaria (ribassista) insufficienti nel training del modello durante la fase di cross-</a:t>
            </a:r>
            <a:r>
              <a:rPr lang="it-IT" sz="1400" dirty="0" err="1"/>
              <a:t>validation</a:t>
            </a:r>
            <a:endParaRPr lang="it-IT" sz="1400" dirty="0"/>
          </a:p>
          <a:p>
            <a:pPr marL="102870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sz="1400" b="1" dirty="0"/>
              <a:t>Soluzione</a:t>
            </a:r>
            <a:r>
              <a:rPr lang="it-IT" sz="1400" dirty="0"/>
              <a:t>: Aggregazione dei campioni del regime di mercato ribassista in quelli del regime correttivo. Riduzione la classificazione a 2 regimi di mercato (Normale e Correttivo).</a:t>
            </a:r>
          </a:p>
          <a:p>
            <a:pPr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it-IT" sz="1400" b="1" dirty="0"/>
          </a:p>
          <a:p>
            <a:pPr marL="57150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it-IT" sz="1400" b="1" dirty="0"/>
              <a:t>Binaria</a:t>
            </a:r>
            <a:r>
              <a:rPr lang="it-IT" sz="1400" dirty="0"/>
              <a:t>: </a:t>
            </a:r>
          </a:p>
          <a:p>
            <a:pPr marL="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sz="1400" dirty="0"/>
              <a:t> </a:t>
            </a:r>
            <a:r>
              <a:rPr lang="it-IT" sz="1400" b="1" dirty="0" err="1"/>
              <a:t>Preprocessing</a:t>
            </a:r>
            <a:r>
              <a:rPr lang="it-IT" sz="1400" b="1" dirty="0"/>
              <a:t> dei dati</a:t>
            </a:r>
            <a:r>
              <a:rPr lang="it-IT" sz="1400" dirty="0"/>
              <a:t>: </a:t>
            </a:r>
          </a:p>
          <a:p>
            <a:pPr marL="131445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t-IT" sz="1400" b="1" dirty="0" err="1"/>
              <a:t>Stazionarizzazione</a:t>
            </a:r>
            <a:r>
              <a:rPr lang="it-IT" sz="1400" dirty="0"/>
              <a:t>: Applicazione del test di Dickey-Fuller (ADF) per verificare la stazionarietà delle serie. Differenziazione di primo o secondo ordine applicata in caso di non-stazionarietà.</a:t>
            </a:r>
          </a:p>
          <a:p>
            <a:pPr marL="131445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t-IT" sz="1400" b="1" dirty="0"/>
              <a:t>Min-Max Scaling</a:t>
            </a:r>
            <a:r>
              <a:rPr lang="it-IT" sz="1400" dirty="0"/>
              <a:t>: Trasformazione delle variabili per garantire uniformità</a:t>
            </a:r>
          </a:p>
          <a:p>
            <a:pPr marL="10287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it-IT" sz="1400" dirty="0"/>
          </a:p>
          <a:p>
            <a:pPr marL="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sz="1400" b="1" dirty="0"/>
              <a:t> SMOTE (</a:t>
            </a:r>
            <a:r>
              <a:rPr lang="it-IT" sz="1400" b="1" dirty="0" err="1"/>
              <a:t>Synthetic</a:t>
            </a:r>
            <a:r>
              <a:rPr lang="it-IT" sz="1400" b="1" dirty="0"/>
              <a:t> </a:t>
            </a:r>
            <a:r>
              <a:rPr lang="it-IT" sz="1400" b="1" dirty="0" err="1"/>
              <a:t>Minority</a:t>
            </a:r>
            <a:r>
              <a:rPr lang="it-IT" sz="1400" b="1" dirty="0"/>
              <a:t> Over-Sampling Technique): </a:t>
            </a:r>
            <a:r>
              <a:rPr lang="it-IT" sz="1400" dirty="0"/>
              <a:t>Tecnica utilizzata per affrontare lo sbilanciamento delle classi nel dataset</a:t>
            </a:r>
          </a:p>
        </p:txBody>
      </p:sp>
    </p:spTree>
    <p:extLst>
      <p:ext uri="{BB962C8B-B14F-4D97-AF65-F5344CB8AC3E}">
        <p14:creationId xmlns:p14="http://schemas.microsoft.com/office/powerpoint/2010/main" val="8413062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56BDD-56D8-E671-F23C-61D03ED4D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420A128C-AFA3-0F8A-D7D9-F412F52C9179}"/>
              </a:ext>
            </a:extLst>
          </p:cNvPr>
          <p:cNvSpPr/>
          <p:nvPr/>
        </p:nvSpPr>
        <p:spPr>
          <a:xfrm>
            <a:off x="1178560" y="1002400"/>
            <a:ext cx="6890571" cy="475524"/>
          </a:xfrm>
          <a:prstGeom prst="round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Titolo 17">
            <a:extLst>
              <a:ext uri="{FF2B5EF4-FFF2-40B4-BE49-F238E27FC236}">
                <a16:creationId xmlns:a16="http://schemas.microsoft.com/office/drawing/2014/main" id="{EA0D77F5-2E79-8943-551A-2C9A3242E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721" y="316743"/>
            <a:ext cx="5682683" cy="444322"/>
          </a:xfrm>
        </p:spPr>
        <p:txBody>
          <a:bodyPr>
            <a:noAutofit/>
          </a:bodyPr>
          <a:lstStyle/>
          <a:p>
            <a:pPr algn="ctr"/>
            <a:r>
              <a:rPr lang="it-IT" altLang="it-IT" sz="2400" dirty="0"/>
              <a:t> ANALISI DEI REGIMI DI MERCATO (4/4)</a:t>
            </a:r>
            <a:endParaRPr lang="it-IT" sz="2400" dirty="0"/>
          </a:p>
        </p:txBody>
      </p:sp>
      <p:sp>
        <p:nvSpPr>
          <p:cNvPr id="2" name="Segnaposto numero diapositiva 407">
            <a:extLst>
              <a:ext uri="{FF2B5EF4-FFF2-40B4-BE49-F238E27FC236}">
                <a16:creationId xmlns:a16="http://schemas.microsoft.com/office/drawing/2014/main" id="{32593BF5-F1F0-5D3F-3199-DAC30CDEF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19615" y="6379244"/>
            <a:ext cx="522621" cy="365125"/>
          </a:xfrm>
        </p:spPr>
        <p:txBody>
          <a:bodyPr/>
          <a:lstStyle/>
          <a:p>
            <a:fld id="{7834947A-1B05-2B43-AD85-E646CE852B9E}" type="slidenum">
              <a:rPr lang="it-IT" smtClean="0"/>
              <a:pPr/>
              <a:t>8</a:t>
            </a:fld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963C857-E3E3-C24A-8408-A59E28DDCC35}"/>
              </a:ext>
            </a:extLst>
          </p:cNvPr>
          <p:cNvSpPr txBox="1"/>
          <p:nvPr/>
        </p:nvSpPr>
        <p:spPr>
          <a:xfrm>
            <a:off x="1433902" y="1070885"/>
            <a:ext cx="63703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4672" indent="-347472" algn="just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it-IT" sz="16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2° PARTE: PREVISIONE DEI REGIMI DI RISCHIO </a:t>
            </a:r>
            <a:r>
              <a:rPr lang="it-IT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DI</a:t>
            </a:r>
            <a:r>
              <a:rPr lang="it-IT" sz="16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MERCATO (3</a:t>
            </a:r>
            <a:r>
              <a:rPr lang="it-IT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/3</a:t>
            </a:r>
            <a:r>
              <a:rPr lang="it-IT" sz="16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)</a:t>
            </a:r>
            <a:endParaRPr lang="it-IT" sz="1600" b="1" dirty="0">
              <a:effectLst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CB70D47-CA79-77AE-4139-7812C2553647}"/>
              </a:ext>
            </a:extLst>
          </p:cNvPr>
          <p:cNvSpPr txBox="1"/>
          <p:nvPr/>
        </p:nvSpPr>
        <p:spPr>
          <a:xfrm>
            <a:off x="395733" y="1764125"/>
            <a:ext cx="83620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sz="1400" b="1" dirty="0">
                <a:cs typeface="Arial"/>
              </a:rPr>
              <a:t> Modelli testati: </a:t>
            </a:r>
            <a:r>
              <a:rPr lang="it-IT" sz="1400" dirty="0">
                <a:cs typeface="Arial"/>
              </a:rPr>
              <a:t>Random </a:t>
            </a:r>
            <a:r>
              <a:rPr lang="it-IT" sz="1400" dirty="0" err="1">
                <a:cs typeface="Arial"/>
              </a:rPr>
              <a:t>Forest</a:t>
            </a:r>
            <a:r>
              <a:rPr lang="it-IT" sz="1400" dirty="0">
                <a:cs typeface="Arial"/>
              </a:rPr>
              <a:t>, Support </a:t>
            </a:r>
            <a:r>
              <a:rPr lang="it-IT" sz="1400" dirty="0" err="1">
                <a:cs typeface="Arial"/>
              </a:rPr>
              <a:t>Vector</a:t>
            </a:r>
            <a:r>
              <a:rPr lang="it-IT" sz="1400" dirty="0">
                <a:cs typeface="Arial"/>
              </a:rPr>
              <a:t> Machine e </a:t>
            </a:r>
            <a:r>
              <a:rPr lang="it-IT" sz="1400" dirty="0" err="1">
                <a:cs typeface="Arial"/>
              </a:rPr>
              <a:t>Gaussian</a:t>
            </a:r>
            <a:r>
              <a:rPr lang="it-IT" sz="1400" dirty="0">
                <a:cs typeface="Arial"/>
              </a:rPr>
              <a:t> </a:t>
            </a:r>
            <a:r>
              <a:rPr lang="it-IT" sz="1400" dirty="0" err="1">
                <a:cs typeface="Arial"/>
              </a:rPr>
              <a:t>Naive</a:t>
            </a:r>
            <a:r>
              <a:rPr lang="it-IT" sz="1400" dirty="0">
                <a:cs typeface="Arial"/>
              </a:rPr>
              <a:t> </a:t>
            </a:r>
            <a:r>
              <a:rPr lang="it-IT" sz="1400" dirty="0" err="1">
                <a:cs typeface="Arial"/>
              </a:rPr>
              <a:t>Bayes</a:t>
            </a:r>
            <a:r>
              <a:rPr lang="it-IT" sz="1400" dirty="0">
                <a:cs typeface="Arial"/>
              </a:rPr>
              <a:t> analizzati singolarmente e con un approccio d’</a:t>
            </a:r>
            <a:r>
              <a:rPr lang="it-IT" sz="1400" dirty="0" err="1">
                <a:cs typeface="Arial"/>
              </a:rPr>
              <a:t>inseme</a:t>
            </a:r>
            <a:r>
              <a:rPr lang="it-IT" sz="1400" dirty="0">
                <a:cs typeface="Arial"/>
              </a:rPr>
              <a:t> (</a:t>
            </a:r>
            <a:r>
              <a:rPr lang="it-IT" sz="1400" dirty="0" err="1">
                <a:cs typeface="Arial"/>
              </a:rPr>
              <a:t>Stacking</a:t>
            </a:r>
            <a:r>
              <a:rPr lang="it-IT" sz="1400" dirty="0">
                <a:cs typeface="Arial"/>
              </a:rPr>
              <a:t> </a:t>
            </a:r>
            <a:r>
              <a:rPr lang="it-IT" sz="1400" dirty="0" err="1">
                <a:cs typeface="Arial"/>
              </a:rPr>
              <a:t>Classification</a:t>
            </a:r>
            <a:r>
              <a:rPr lang="it-IT" sz="1400" dirty="0">
                <a:cs typeface="Arial"/>
              </a:rPr>
              <a:t> </a:t>
            </a:r>
            <a:r>
              <a:rPr lang="it-IT" sz="1400" dirty="0" err="1">
                <a:cs typeface="Arial"/>
              </a:rPr>
              <a:t>Approach</a:t>
            </a:r>
            <a:r>
              <a:rPr lang="it-IT" sz="1400" dirty="0">
                <a:cs typeface="Arial"/>
              </a:rPr>
              <a:t>) , con ottimizzazione degli </a:t>
            </a:r>
            <a:r>
              <a:rPr lang="it-IT" sz="1400" dirty="0" err="1">
                <a:cs typeface="Arial"/>
              </a:rPr>
              <a:t>iperparametri</a:t>
            </a:r>
            <a:r>
              <a:rPr lang="it-IT" sz="1400" dirty="0">
                <a:cs typeface="Arial"/>
              </a:rPr>
              <a:t> tramite </a:t>
            </a:r>
            <a:r>
              <a:rPr lang="it-IT" sz="1400" dirty="0" err="1">
                <a:cs typeface="Arial"/>
              </a:rPr>
              <a:t>GridSearch</a:t>
            </a:r>
            <a:r>
              <a:rPr lang="it-IT" sz="1400" dirty="0">
                <a:cs typeface="Arial"/>
              </a:rPr>
              <a:t> o </a:t>
            </a:r>
            <a:r>
              <a:rPr lang="it-IT" sz="1400" dirty="0" err="1">
                <a:cs typeface="Arial"/>
              </a:rPr>
              <a:t>HyperOpt</a:t>
            </a:r>
            <a:r>
              <a:rPr lang="it-IT" sz="1400" dirty="0">
                <a:cs typeface="Arial"/>
              </a:rPr>
              <a:t>. </a:t>
            </a:r>
          </a:p>
          <a:p>
            <a:pPr marL="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it-IT" sz="1400" dirty="0">
              <a:cs typeface="Arial"/>
            </a:endParaRPr>
          </a:p>
          <a:p>
            <a:pPr marL="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it-IT" sz="1400" dirty="0">
              <a:cs typeface="Arial"/>
            </a:endParaRPr>
          </a:p>
          <a:p>
            <a:pPr marL="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sz="1400" b="1" dirty="0">
                <a:cs typeface="Arial"/>
              </a:rPr>
              <a:t> Risultati: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5254C573-AB9E-C11E-9A67-37176AA47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59" y="3275759"/>
            <a:ext cx="3805352" cy="1520643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123DEA7C-C147-63A0-9340-2915DE2C8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2" y="3239731"/>
            <a:ext cx="3931735" cy="1592699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C7BFFFB-72DD-4AE5-4F2D-601537882800}"/>
              </a:ext>
            </a:extLst>
          </p:cNvPr>
          <p:cNvSpPr txBox="1"/>
          <p:nvPr/>
        </p:nvSpPr>
        <p:spPr>
          <a:xfrm>
            <a:off x="1362183" y="4969727"/>
            <a:ext cx="33181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i="1" dirty="0"/>
              <a:t>Figura 5</a:t>
            </a:r>
            <a:r>
              <a:rPr lang="it-IT" sz="1400" dirty="0"/>
              <a:t>: Risultati Random </a:t>
            </a:r>
            <a:r>
              <a:rPr lang="it-IT" sz="1400" dirty="0" err="1"/>
              <a:t>Forest</a:t>
            </a:r>
            <a:r>
              <a:rPr lang="it-IT" sz="1400" dirty="0"/>
              <a:t> 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3BAE317-83C3-4A1B-BCC7-05D0A51DA098}"/>
              </a:ext>
            </a:extLst>
          </p:cNvPr>
          <p:cNvSpPr txBox="1"/>
          <p:nvPr/>
        </p:nvSpPr>
        <p:spPr>
          <a:xfrm>
            <a:off x="4826001" y="4966763"/>
            <a:ext cx="39317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i="1" dirty="0"/>
              <a:t>Figura 6</a:t>
            </a:r>
            <a:r>
              <a:rPr lang="it-IT" sz="1400" dirty="0"/>
              <a:t>: Risultati </a:t>
            </a:r>
            <a:r>
              <a:rPr lang="it-IT" sz="1400" dirty="0" err="1"/>
              <a:t>Stacking</a:t>
            </a:r>
            <a:r>
              <a:rPr lang="it-IT" sz="1400" dirty="0"/>
              <a:t> </a:t>
            </a:r>
            <a:r>
              <a:rPr lang="it-IT" sz="1400" dirty="0" err="1"/>
              <a:t>Classification</a:t>
            </a:r>
            <a:r>
              <a:rPr lang="it-IT" sz="1400" dirty="0"/>
              <a:t> </a:t>
            </a:r>
            <a:r>
              <a:rPr lang="it-IT" sz="1400" dirty="0" err="1"/>
              <a:t>Approach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2649355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2E9F0-0B59-D31F-2ACD-3B95B9602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31B42CB8-1716-AF7D-C0C0-390E03D66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ANALISI FATTORIALE (1/2)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B95092E1-56CE-0FF9-C72B-67B3A7391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323726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Obiettivo dell’ analisi fattoriale</a:t>
            </a:r>
            <a:r>
              <a:rPr lang="it-IT" sz="1600" dirty="0"/>
              <a:t>: </a:t>
            </a:r>
            <a:r>
              <a:rPr lang="it-IT" sz="1400" dirty="0"/>
              <a:t>Sviluppare una strategia di allocazione dinamica sui fattori usando modelli di ML e adattando il peso di ciascun fattore in base al regime di mercato (Normale o Correttivo).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Dati chiave</a:t>
            </a:r>
            <a:r>
              <a:rPr lang="it-IT" sz="1400" dirty="0"/>
              <a:t>: Fattori azionari dell'S&amp;P 500 (Value, </a:t>
            </a:r>
            <a:r>
              <a:rPr lang="it-IT" sz="1400" dirty="0" err="1"/>
              <a:t>Growth</a:t>
            </a:r>
            <a:r>
              <a:rPr lang="it-IT" sz="1400" dirty="0"/>
              <a:t>, Momentum, Low </a:t>
            </a:r>
            <a:r>
              <a:rPr lang="it-IT" sz="1400" dirty="0" err="1"/>
              <a:t>Volatility</a:t>
            </a:r>
            <a:r>
              <a:rPr lang="it-IT" sz="1400" dirty="0"/>
              <a:t>, Quality, Small Cap) dal 1996 al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Modelli di classificazione </a:t>
            </a:r>
            <a:r>
              <a:rPr lang="it-IT" sz="1600" b="1" dirty="0" err="1"/>
              <a:t>multiclasse</a:t>
            </a:r>
            <a:r>
              <a:rPr lang="it-IT" sz="1100" dirty="0"/>
              <a:t>: </a:t>
            </a:r>
            <a:r>
              <a:rPr lang="it-IT" sz="1400" dirty="0"/>
              <a:t>È stato utilizzato un modello Random </a:t>
            </a:r>
            <a:r>
              <a:rPr lang="it-IT" sz="1400" dirty="0" err="1"/>
              <a:t>Forest</a:t>
            </a:r>
            <a:r>
              <a:rPr lang="it-IT" sz="1400" dirty="0"/>
              <a:t> specifico per ciascun regime di mercato. Output da considerare come pesi di portafoglio da attribuire a ciascun fattore.</a:t>
            </a:r>
          </a:p>
          <a:p>
            <a:pPr marL="1028700" lvl="1">
              <a:buFont typeface="Wingdings" panose="05000000000000000000" pitchFamily="2" charset="2"/>
              <a:buChar char="Ø"/>
            </a:pPr>
            <a:r>
              <a:rPr lang="it-IT" sz="1400" b="1" dirty="0" err="1"/>
              <a:t>Preprocessing</a:t>
            </a:r>
            <a:r>
              <a:rPr lang="it-IT" sz="1400" b="1" dirty="0"/>
              <a:t> dei dati</a:t>
            </a:r>
            <a:r>
              <a:rPr lang="it-IT" sz="1400" dirty="0"/>
              <a:t>: Comune ad entrambi i modelli ed articolata in diverse fasi:;</a:t>
            </a:r>
          </a:p>
          <a:p>
            <a:pPr marL="1485900" lvl="2" indent="-285750">
              <a:buFont typeface="Wingdings" panose="05000000000000000000" pitchFamily="2" charset="2"/>
              <a:buChar char="§"/>
            </a:pPr>
            <a:r>
              <a:rPr lang="it-IT" sz="1400" b="1" dirty="0" err="1"/>
              <a:t>Stazionarizzazione</a:t>
            </a:r>
            <a:r>
              <a:rPr lang="it-IT" sz="1400" b="1" dirty="0"/>
              <a:t> e Scaling</a:t>
            </a:r>
          </a:p>
          <a:p>
            <a:pPr marL="1485900" lvl="2" indent="-285750">
              <a:buFont typeface="Wingdings" panose="05000000000000000000" pitchFamily="2" charset="2"/>
              <a:buChar char="§"/>
            </a:pPr>
            <a:r>
              <a:rPr lang="it-IT" sz="1400" b="1" dirty="0"/>
              <a:t>Definizione della Variabile Target</a:t>
            </a:r>
            <a:r>
              <a:rPr lang="it-IT" sz="1400" dirty="0"/>
              <a:t>: Utilizzo del one-hot </a:t>
            </a:r>
            <a:r>
              <a:rPr lang="it-IT" sz="1400" dirty="0" err="1"/>
              <a:t>encoding</a:t>
            </a:r>
            <a:r>
              <a:rPr lang="it-IT" sz="1400" dirty="0"/>
              <a:t> per creare una variabile target che identifichi il fattore con il rendimento migliore in ciascun mese. Creazioni di vettori con un valore di 1 per il fattore con performance superiore, 0 per gli altri</a:t>
            </a:r>
          </a:p>
        </p:txBody>
      </p:sp>
      <p:sp>
        <p:nvSpPr>
          <p:cNvPr id="2" name="Segnaposto numero diapositiva 407">
            <a:extLst>
              <a:ext uri="{FF2B5EF4-FFF2-40B4-BE49-F238E27FC236}">
                <a16:creationId xmlns:a16="http://schemas.microsoft.com/office/drawing/2014/main" id="{078B0716-20DA-E174-3C5B-7C72ECDC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5330" y="6374333"/>
            <a:ext cx="416695" cy="271564"/>
          </a:xfrm>
        </p:spPr>
        <p:txBody>
          <a:bodyPr/>
          <a:lstStyle/>
          <a:p>
            <a:fld id="{7834947A-1B05-2B43-AD85-E646CE852B9E}" type="slidenum">
              <a:rPr lang="it-IT" sz="1600" smtClean="0"/>
              <a:pPr/>
              <a:t>9</a:t>
            </a:fld>
            <a:endParaRPr lang="it-IT" sz="1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FE3F514-8A4D-EEB7-A779-7719A1BDA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17" y="4553834"/>
            <a:ext cx="4482366" cy="139904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492CE06-7D0B-8F7B-33E7-66F6D7C942E9}"/>
              </a:ext>
            </a:extLst>
          </p:cNvPr>
          <p:cNvSpPr txBox="1"/>
          <p:nvPr/>
        </p:nvSpPr>
        <p:spPr>
          <a:xfrm>
            <a:off x="1357387" y="5879268"/>
            <a:ext cx="6938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i="1" dirty="0"/>
              <a:t>Figura 7</a:t>
            </a:r>
            <a:r>
              <a:rPr lang="it-IT" sz="1400" dirty="0"/>
              <a:t>: Confronto delle probabilità di vittoria per ciascun fattore nei 2 regimi di mercato</a:t>
            </a:r>
          </a:p>
        </p:txBody>
      </p:sp>
    </p:spTree>
    <p:extLst>
      <p:ext uri="{BB962C8B-B14F-4D97-AF65-F5344CB8AC3E}">
        <p14:creationId xmlns:p14="http://schemas.microsoft.com/office/powerpoint/2010/main" val="7017963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6C69E-B739-A94B-E830-3828BF05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2F039628-2F79-5492-3801-3D18D5A0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ANALISI FATTORIALE (2/2)</a:t>
            </a:r>
          </a:p>
        </p:txBody>
      </p:sp>
      <p:sp>
        <p:nvSpPr>
          <p:cNvPr id="2" name="Segnaposto numero diapositiva 407">
            <a:extLst>
              <a:ext uri="{FF2B5EF4-FFF2-40B4-BE49-F238E27FC236}">
                <a16:creationId xmlns:a16="http://schemas.microsoft.com/office/drawing/2014/main" id="{91621CDD-1976-4B50-25F3-908D2057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5330" y="6374333"/>
            <a:ext cx="454402" cy="365124"/>
          </a:xfrm>
        </p:spPr>
        <p:txBody>
          <a:bodyPr/>
          <a:lstStyle/>
          <a:p>
            <a:fld id="{7834947A-1B05-2B43-AD85-E646CE852B9E}" type="slidenum">
              <a:rPr lang="it-IT" sz="1600" smtClean="0"/>
              <a:pPr/>
              <a:t>10</a:t>
            </a:fld>
            <a:endParaRPr lang="it-IT" sz="1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3EF4C0-25FA-0D28-5BE8-6EE01E36C3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32534"/>
            <a:ext cx="8138130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Risultati</a:t>
            </a:r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Regime Normale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Accuratezza del 59%.</a:t>
            </a:r>
          </a:p>
          <a:p>
            <a:pPr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Precision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Varia ampiamente tra le classi (dal 29% all'85%).</a:t>
            </a:r>
          </a:p>
          <a:p>
            <a:pPr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Metriche Complessive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Media macro (Precision: 0.55, Recall: 0.52, F1-score: 0.51);    Media ponderata (Precision: 0.64, Recall: 0.59, F1-score: 0.60).</a:t>
            </a:r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Regime Correttivo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Accuratezza al 57%.</a:t>
            </a:r>
          </a:p>
          <a:p>
            <a:pPr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Metriche Complessive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Precisione macro 0.39, Recall 0.56, F1-score 0.42, con valori inferiori rispetto al regime normale.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 out-of-sample 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it-IT" altLang="it-IT" sz="1400" dirty="0"/>
              <a:t>Test su dati out-of-samples (dal 2010 al 2023)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magine 4" descr="Immagine che contiene Policromia, schermata, arte&#10;&#10;Descrizione generata automaticamente">
            <a:extLst>
              <a:ext uri="{FF2B5EF4-FFF2-40B4-BE49-F238E27FC236}">
                <a16:creationId xmlns:a16="http://schemas.microsoft.com/office/drawing/2014/main" id="{6129EAB1-BBD4-39B9-B94B-99E8AA54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55" y="3722133"/>
            <a:ext cx="5099900" cy="253064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8E09A2A4-BE5C-8D69-6E5C-412928E9A75D}"/>
              </a:ext>
            </a:extLst>
          </p:cNvPr>
          <p:cNvSpPr txBox="1"/>
          <p:nvPr/>
        </p:nvSpPr>
        <p:spPr>
          <a:xfrm>
            <a:off x="457201" y="5725379"/>
            <a:ext cx="31344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i="1" dirty="0"/>
              <a:t>Figura 8</a:t>
            </a:r>
            <a:r>
              <a:rPr lang="it-IT" sz="1400" dirty="0"/>
              <a:t>: Pesi attribuiti a ciascun fattore</a:t>
            </a:r>
          </a:p>
        </p:txBody>
      </p:sp>
    </p:spTree>
    <p:extLst>
      <p:ext uri="{BB962C8B-B14F-4D97-AF65-F5344CB8AC3E}">
        <p14:creationId xmlns:p14="http://schemas.microsoft.com/office/powerpoint/2010/main" val="3952889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B3F66-66C2-BA5E-0FB7-ED78A024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34B78A0C-B567-EAA6-789C-23514351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RISULTATI (1/2)</a:t>
            </a:r>
          </a:p>
        </p:txBody>
      </p:sp>
      <p:sp>
        <p:nvSpPr>
          <p:cNvPr id="2" name="Segnaposto numero diapositiva 407">
            <a:extLst>
              <a:ext uri="{FF2B5EF4-FFF2-40B4-BE49-F238E27FC236}">
                <a16:creationId xmlns:a16="http://schemas.microsoft.com/office/drawing/2014/main" id="{A14D7018-53E9-5608-ADF2-3300E55A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5330" y="6384492"/>
            <a:ext cx="548670" cy="483667"/>
          </a:xfrm>
        </p:spPr>
        <p:txBody>
          <a:bodyPr/>
          <a:lstStyle/>
          <a:p>
            <a:fld id="{7834947A-1B05-2B43-AD85-E646CE852B9E}" type="slidenum">
              <a:rPr lang="it-IT" sz="1600" smtClean="0"/>
              <a:pPr/>
              <a:t>11</a:t>
            </a:fld>
            <a:endParaRPr lang="it-IT" sz="1600" dirty="0"/>
          </a:p>
        </p:txBody>
      </p:sp>
      <p:pic>
        <p:nvPicPr>
          <p:cNvPr id="4" name="Immagine 3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7A4634A4-EB95-DFA4-675A-E31FD5365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5" y="1647381"/>
            <a:ext cx="4382407" cy="3068998"/>
          </a:xfrm>
          <a:prstGeom prst="rect">
            <a:avLst/>
          </a:prstGeom>
        </p:spPr>
      </p:pic>
      <p:pic>
        <p:nvPicPr>
          <p:cNvPr id="8" name="Immagine 7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DD97DBA7-1A67-128D-1BE7-23465D9CD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872" y="1647381"/>
            <a:ext cx="4382406" cy="306899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37F688CC-57B3-9D28-F603-E6243C154B4D}"/>
              </a:ext>
            </a:extLst>
          </p:cNvPr>
          <p:cNvSpPr txBox="1"/>
          <p:nvPr/>
        </p:nvSpPr>
        <p:spPr>
          <a:xfrm>
            <a:off x="1253906" y="5056730"/>
            <a:ext cx="66361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i="1" dirty="0"/>
              <a:t>Figura 9</a:t>
            </a:r>
            <a:r>
              <a:rPr lang="it-IT" sz="1400" dirty="0"/>
              <a:t>: Rendimenti cumulativi al variare del numero di fattori utilizzando una strategia  a) </a:t>
            </a:r>
            <a:r>
              <a:rPr lang="it-IT" sz="1400" dirty="0" err="1"/>
              <a:t>probability</a:t>
            </a:r>
            <a:r>
              <a:rPr lang="it-IT" sz="1400" dirty="0"/>
              <a:t> </a:t>
            </a:r>
            <a:r>
              <a:rPr lang="it-IT" sz="1400" dirty="0" err="1"/>
              <a:t>based</a:t>
            </a:r>
            <a:r>
              <a:rPr lang="it-IT" sz="1400" dirty="0"/>
              <a:t> (giornaliera) b) </a:t>
            </a:r>
            <a:r>
              <a:rPr lang="it-IT" sz="1400" dirty="0" err="1"/>
              <a:t>equally-weighted</a:t>
            </a:r>
            <a:r>
              <a:rPr lang="it-IT" sz="1400" dirty="0"/>
              <a:t> (giornaliera)</a:t>
            </a:r>
          </a:p>
        </p:txBody>
      </p:sp>
    </p:spTree>
    <p:extLst>
      <p:ext uri="{BB962C8B-B14F-4D97-AF65-F5344CB8AC3E}">
        <p14:creationId xmlns:p14="http://schemas.microsoft.com/office/powerpoint/2010/main" val="16941096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9D8B-2CFC-448F-9168-F9208E0E1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45E4CE08-0674-C620-03D8-F36BE9D5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RISULTATI (2/2)</a:t>
            </a:r>
          </a:p>
        </p:txBody>
      </p:sp>
      <p:sp>
        <p:nvSpPr>
          <p:cNvPr id="2" name="Segnaposto numero diapositiva 407">
            <a:extLst>
              <a:ext uri="{FF2B5EF4-FFF2-40B4-BE49-F238E27FC236}">
                <a16:creationId xmlns:a16="http://schemas.microsoft.com/office/drawing/2014/main" id="{53AD4E81-8183-DD05-1CE2-B47F7F2A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5330" y="6374332"/>
            <a:ext cx="548670" cy="483667"/>
          </a:xfrm>
        </p:spPr>
        <p:txBody>
          <a:bodyPr/>
          <a:lstStyle/>
          <a:p>
            <a:fld id="{7834947A-1B05-2B43-AD85-E646CE852B9E}" type="slidenum">
              <a:rPr lang="it-IT" sz="1600" smtClean="0"/>
              <a:pPr/>
              <a:t>12</a:t>
            </a:fld>
            <a:endParaRPr lang="it-IT" sz="16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A93CF66-FD87-7CFB-AF34-401C38B4C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42" y="1383722"/>
            <a:ext cx="6554115" cy="372479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05A517A-B705-212C-69D2-15F39990D5F1}"/>
              </a:ext>
            </a:extLst>
          </p:cNvPr>
          <p:cNvSpPr txBox="1"/>
          <p:nvPr/>
        </p:nvSpPr>
        <p:spPr>
          <a:xfrm>
            <a:off x="489825" y="5320389"/>
            <a:ext cx="8258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i="1" dirty="0"/>
              <a:t>Figura 10</a:t>
            </a:r>
            <a:r>
              <a:rPr lang="it-IT" sz="1400" dirty="0"/>
              <a:t>: Metriche e performance delle varie strategie</a:t>
            </a:r>
          </a:p>
        </p:txBody>
      </p:sp>
    </p:spTree>
    <p:extLst>
      <p:ext uri="{BB962C8B-B14F-4D97-AF65-F5344CB8AC3E}">
        <p14:creationId xmlns:p14="http://schemas.microsoft.com/office/powerpoint/2010/main" val="18205782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DA879-75DD-D5B8-3FA1-91334916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B1B4DDAA-5A43-286F-A8AD-EDFF8F2A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CONCLUSIONI</a:t>
            </a:r>
          </a:p>
        </p:txBody>
      </p:sp>
      <p:sp>
        <p:nvSpPr>
          <p:cNvPr id="2" name="Segnaposto numero diapositiva 407">
            <a:extLst>
              <a:ext uri="{FF2B5EF4-FFF2-40B4-BE49-F238E27FC236}">
                <a16:creationId xmlns:a16="http://schemas.microsoft.com/office/drawing/2014/main" id="{70617859-A27C-55E4-0434-5E2D6406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95818" y="6374332"/>
            <a:ext cx="430191" cy="389093"/>
          </a:xfrm>
        </p:spPr>
        <p:txBody>
          <a:bodyPr/>
          <a:lstStyle/>
          <a:p>
            <a:fld id="{7834947A-1B05-2B43-AD85-E646CE852B9E}" type="slidenum">
              <a:rPr lang="it-IT" sz="1600" smtClean="0"/>
              <a:pPr/>
              <a:t>13</a:t>
            </a:fld>
            <a:endParaRPr lang="it-IT" sz="1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A7D6864-3E68-E20B-4270-A316819EF9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0355" y="950564"/>
            <a:ext cx="870565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Risultati Principali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it-IT" altLang="it-IT" sz="1400" dirty="0">
                <a:latin typeface="+mj-lt"/>
              </a:rPr>
              <a:t>P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erformance migliori rispetto ai metodi tradizionali, ma con</a:t>
            </a:r>
            <a:r>
              <a:rPr lang="it-IT" altLang="it-IT" sz="1400" dirty="0">
                <a:latin typeface="+mj-lt"/>
              </a:rPr>
              <a:t> alcune 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limitazioni (es. Costi di transazione non considerati, etc..) per un'applicazione immediata.</a:t>
            </a:r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Durante periodi di alta volatilità, il modello fatica ad adattarsi rapidamente ai cambiamenti nei fattori.</a:t>
            </a:r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it-IT" altLang="it-I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Prospettive di Miglioramento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it-IT" altLang="it-IT" sz="1600" b="1" dirty="0">
                <a:latin typeface="+mj-lt"/>
              </a:rPr>
              <a:t> Analisi fattoriale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102870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sz="1400" dirty="0">
                <a:latin typeface="+mj-lt"/>
              </a:rPr>
              <a:t>Aggiunta di indicatori tecnici come MACD, volatilità, </a:t>
            </a:r>
            <a:r>
              <a:rPr lang="it-IT" altLang="it-IT" sz="1400" dirty="0" err="1">
                <a:latin typeface="+mj-lt"/>
              </a:rPr>
              <a:t>drawdown</a:t>
            </a:r>
            <a:r>
              <a:rPr lang="it-IT" altLang="it-IT" sz="1400" dirty="0">
                <a:latin typeface="+mj-lt"/>
              </a:rPr>
              <a:t> e RSI al dataset per una visione più completa della performance degli asset.</a:t>
            </a:r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Ulteriori test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102870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sz="1400" dirty="0">
                <a:latin typeface="+mj-lt"/>
              </a:rPr>
              <a:t>Esplorare metodologie di training diverse (es. </a:t>
            </a:r>
            <a:r>
              <a:rPr lang="it-IT" altLang="it-IT" sz="1400" dirty="0" err="1">
                <a:latin typeface="+mj-lt"/>
              </a:rPr>
              <a:t>rolling</a:t>
            </a:r>
            <a:r>
              <a:rPr lang="it-IT" altLang="it-IT" sz="1400" dirty="0">
                <a:latin typeface="+mj-lt"/>
              </a:rPr>
              <a:t> o </a:t>
            </a:r>
            <a:r>
              <a:rPr lang="it-IT" altLang="it-IT" sz="1400" dirty="0" err="1">
                <a:latin typeface="+mj-lt"/>
              </a:rPr>
              <a:t>expanding</a:t>
            </a:r>
            <a:r>
              <a:rPr lang="it-IT" altLang="it-IT" sz="1400" dirty="0">
                <a:latin typeface="+mj-lt"/>
              </a:rPr>
              <a:t> window).</a:t>
            </a:r>
          </a:p>
          <a:p>
            <a:pPr marL="102870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sz="1400" dirty="0">
                <a:latin typeface="+mj-lt"/>
              </a:rPr>
              <a:t>Testare algoritmi alternativi (es. </a:t>
            </a:r>
            <a:r>
              <a:rPr lang="it-IT" altLang="it-IT" sz="1400" dirty="0" err="1">
                <a:latin typeface="+mj-lt"/>
              </a:rPr>
              <a:t>XGBoost</a:t>
            </a:r>
            <a:r>
              <a:rPr lang="it-IT" altLang="it-IT" sz="1400" dirty="0">
                <a:latin typeface="+mj-lt"/>
              </a:rPr>
              <a:t>, reti neurali, learning-to-</a:t>
            </a:r>
            <a:r>
              <a:rPr lang="it-IT" altLang="it-IT" sz="1400" dirty="0" err="1">
                <a:latin typeface="+mj-lt"/>
              </a:rPr>
              <a:t>rank</a:t>
            </a:r>
            <a:r>
              <a:rPr lang="it-IT" altLang="it-IT" sz="1400" dirty="0">
                <a:latin typeface="+mj-lt"/>
              </a:rPr>
              <a:t>).</a:t>
            </a:r>
          </a:p>
          <a:p>
            <a:pPr marL="1028700"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it-IT" altLang="it-IT" sz="1400" dirty="0">
                <a:latin typeface="+mj-lt"/>
              </a:rPr>
              <a:t>Usare l'indice Russell come benchmark per una visione più ampia del mercato.</a:t>
            </a:r>
          </a:p>
          <a:p>
            <a:pPr marL="28575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it-IT" altLang="it-I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Per concludere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lang="it-IT" altLang="it-IT" sz="1400" dirty="0">
                <a:latin typeface="+mj-lt"/>
              </a:rPr>
              <a:t>I risultati offrono una base promettente per strategie di machine learning basate sull’allocazione tattica dei fattori, con margini di miglioramento per applicazioni reali</a:t>
            </a:r>
          </a:p>
        </p:txBody>
      </p:sp>
    </p:spTree>
    <p:extLst>
      <p:ext uri="{BB962C8B-B14F-4D97-AF65-F5344CB8AC3E}">
        <p14:creationId xmlns:p14="http://schemas.microsoft.com/office/powerpoint/2010/main" val="8473942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Rettangolo 404">
            <a:extLst>
              <a:ext uri="{FF2B5EF4-FFF2-40B4-BE49-F238E27FC236}">
                <a16:creationId xmlns:a16="http://schemas.microsoft.com/office/drawing/2014/main" id="{FA72B252-4BC7-1F6D-F7D2-970EB49280DF}"/>
              </a:ext>
            </a:extLst>
          </p:cNvPr>
          <p:cNvSpPr/>
          <p:nvPr/>
        </p:nvSpPr>
        <p:spPr>
          <a:xfrm>
            <a:off x="0" y="4773715"/>
            <a:ext cx="9144000" cy="208428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380" name="Connettore diritto 379">
            <a:extLst>
              <a:ext uri="{FF2B5EF4-FFF2-40B4-BE49-F238E27FC236}">
                <a16:creationId xmlns:a16="http://schemas.microsoft.com/office/drawing/2014/main" id="{CEF91FC6-E1BB-A4D6-918A-6BBE178B4D01}"/>
              </a:ext>
            </a:extLst>
          </p:cNvPr>
          <p:cNvCxnSpPr>
            <a:cxnSpLocks/>
          </p:cNvCxnSpPr>
          <p:nvPr/>
        </p:nvCxnSpPr>
        <p:spPr>
          <a:xfrm flipV="1">
            <a:off x="0" y="289897"/>
            <a:ext cx="6656439" cy="1490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1" name="Connettore diritto 380">
            <a:extLst>
              <a:ext uri="{FF2B5EF4-FFF2-40B4-BE49-F238E27FC236}">
                <a16:creationId xmlns:a16="http://schemas.microsoft.com/office/drawing/2014/main" id="{A703118D-7ADA-E1F5-5C8B-63FC45B784E6}"/>
              </a:ext>
            </a:extLst>
          </p:cNvPr>
          <p:cNvCxnSpPr>
            <a:cxnSpLocks/>
          </p:cNvCxnSpPr>
          <p:nvPr/>
        </p:nvCxnSpPr>
        <p:spPr>
          <a:xfrm>
            <a:off x="2664542" y="6553201"/>
            <a:ext cx="6479458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0" name="Titolo 1">
            <a:extLst>
              <a:ext uri="{FF2B5EF4-FFF2-40B4-BE49-F238E27FC236}">
                <a16:creationId xmlns:a16="http://schemas.microsoft.com/office/drawing/2014/main" id="{CC5FFE4A-7C41-501B-499C-C0C1B9C8B6ED}"/>
              </a:ext>
            </a:extLst>
          </p:cNvPr>
          <p:cNvSpPr txBox="1">
            <a:spLocks/>
          </p:cNvSpPr>
          <p:nvPr/>
        </p:nvSpPr>
        <p:spPr>
          <a:xfrm>
            <a:off x="919965" y="3637757"/>
            <a:ext cx="7304070" cy="63413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457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cs typeface="Helvetica" panose="020B0604020202020204" pitchFamily="34" charset="0"/>
              </a:rPr>
              <a:t>GRAZIE DELL’ATTENZIONE…</a:t>
            </a:r>
            <a:endParaRPr lang="it-IT" dirty="0">
              <a:solidFill>
                <a:schemeClr val="tx1"/>
              </a:solidFill>
              <a:latin typeface="+mj-lt"/>
              <a:cs typeface="Helvetica" panose="020B0604020202020204" pitchFamily="34" charset="0"/>
            </a:endParaRPr>
          </a:p>
        </p:txBody>
      </p:sp>
      <p:pic>
        <p:nvPicPr>
          <p:cNvPr id="401" name="Immagine 400">
            <a:extLst>
              <a:ext uri="{FF2B5EF4-FFF2-40B4-BE49-F238E27FC236}">
                <a16:creationId xmlns:a16="http://schemas.microsoft.com/office/drawing/2014/main" id="{E422A56F-6E67-F9DD-2AEF-7682FB1E4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69" y="1061097"/>
            <a:ext cx="3084576" cy="1301496"/>
          </a:xfrm>
          <a:prstGeom prst="rect">
            <a:avLst/>
          </a:prstGeom>
        </p:spPr>
      </p:pic>
      <p:sp>
        <p:nvSpPr>
          <p:cNvPr id="402" name="CasellaDiTesto 401">
            <a:extLst>
              <a:ext uri="{FF2B5EF4-FFF2-40B4-BE49-F238E27FC236}">
                <a16:creationId xmlns:a16="http://schemas.microsoft.com/office/drawing/2014/main" id="{B468DBAA-16CE-D4F7-41DF-5E295E3EF9C8}"/>
              </a:ext>
            </a:extLst>
          </p:cNvPr>
          <p:cNvSpPr txBox="1"/>
          <p:nvPr/>
        </p:nvSpPr>
        <p:spPr>
          <a:xfrm>
            <a:off x="4908066" y="2047875"/>
            <a:ext cx="2885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Inserimento secondo logo</a:t>
            </a:r>
          </a:p>
          <a:p>
            <a:endParaRPr lang="it-IT" dirty="0"/>
          </a:p>
        </p:txBody>
      </p:sp>
      <p:pic>
        <p:nvPicPr>
          <p:cNvPr id="403" name="Immagine 402">
            <a:extLst>
              <a:ext uri="{FF2B5EF4-FFF2-40B4-BE49-F238E27FC236}">
                <a16:creationId xmlns:a16="http://schemas.microsoft.com/office/drawing/2014/main" id="{F0EE1D1C-E75F-CE94-1352-4DB57B303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462" y="655739"/>
            <a:ext cx="3325953" cy="1968964"/>
          </a:xfrm>
          <a:prstGeom prst="rect">
            <a:avLst/>
          </a:prstGeom>
        </p:spPr>
      </p:pic>
      <p:sp>
        <p:nvSpPr>
          <p:cNvPr id="408" name="Segnaposto numero diapositiva 407">
            <a:extLst>
              <a:ext uri="{FF2B5EF4-FFF2-40B4-BE49-F238E27FC236}">
                <a16:creationId xmlns:a16="http://schemas.microsoft.com/office/drawing/2014/main" id="{25CC3F67-60E6-7096-D5B5-5BA12E05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3239" y="6119725"/>
            <a:ext cx="476865" cy="365124"/>
          </a:xfrm>
        </p:spPr>
        <p:txBody>
          <a:bodyPr/>
          <a:lstStyle/>
          <a:p>
            <a:fld id="{7834947A-1B05-2B43-AD85-E646CE852B9E}" type="slidenum">
              <a:rPr lang="it-IT" sz="1600" smtClean="0"/>
              <a:pPr/>
              <a:t>14</a:t>
            </a:fld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1210990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6526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C3AB4F-55B0-3B23-EBA9-75588F81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it-IT" dirty="0"/>
              <a:t>FAMA &amp; FRENCH 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(1992 &amp; 2016)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ED426F-D1FF-DA85-A0AD-ADD6F0AE2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Fama</a:t>
            </a:r>
            <a:r>
              <a:rPr lang="en-US" dirty="0"/>
              <a:t> and French (1992 &amp; 2016) studies focuses on asset pricing models and extending the traditional Capital Asset Pricing Model (CAPM). Here’s a summary of the key points from their research: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Three-Factor Model (1992)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Fama</a:t>
            </a:r>
            <a:r>
              <a:rPr lang="en-US" dirty="0"/>
              <a:t> and French introduced the </a:t>
            </a:r>
            <a:r>
              <a:rPr lang="en-US" b="1" dirty="0"/>
              <a:t>Three-Factor Model</a:t>
            </a:r>
            <a:r>
              <a:rPr lang="en-US" dirty="0"/>
              <a:t> to explain stock returns.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model includes three factors: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Market Risk</a:t>
            </a:r>
            <a:r>
              <a:rPr lang="en-US" dirty="0"/>
              <a:t>: Similar to CAPM, representing the overall market return.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Size Factor (SMB - Small Minus Big)</a:t>
            </a:r>
            <a:r>
              <a:rPr lang="en-US" dirty="0"/>
              <a:t>: Smaller companies tend to outperform larger ones.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Value Factor (HML - High Minus Low)</a:t>
            </a:r>
            <a:r>
              <a:rPr lang="en-US" dirty="0"/>
              <a:t>: High book-to-market companies (value stocks) tend to outperform low book-to-market companies (growth stocks).</a:t>
            </a:r>
          </a:p>
          <a:p>
            <a:pPr marL="914400" lvl="2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Five-Factor Model (2016)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two additional factors are: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Profitability (RMW - Robust Minus Weak)</a:t>
            </a:r>
            <a:r>
              <a:rPr lang="en-US" dirty="0"/>
              <a:t>: Firms with higher profitability tend to have higher returns.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Investment (CMA - Conservative Minus Aggressive)</a:t>
            </a:r>
            <a:r>
              <a:rPr lang="en-US" dirty="0"/>
              <a:t>: Firms with more conservative investment strategies (lower asset growth) tend to outperform those with aggressive investments.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946283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3813-CEF0-A8B8-84F9-492A394E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EE6594-3C85-759A-AEA0-56C9ED6B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PRINCIPALI FATTORI DI MERCATO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380657-7A2C-79DD-FAE6-B41BCF1BAA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8640" y="1345334"/>
            <a:ext cx="804672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Value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Stocks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priced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lower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relative to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their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fundamental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worth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often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considered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undervalued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expected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perform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better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long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run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Commonly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measured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the price-to-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earnings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(P/E) and price-to-book (P/B)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ratios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Growth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Companies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expected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grow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faster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than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market or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their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peers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These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stocks are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characterized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strong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earnings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revenue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growth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include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earnings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growth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revenue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growth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the price-to-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earnings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growth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(PEG) ratio.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Momentum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Stocks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have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performed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well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recently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tend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continue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performing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well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This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factor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relies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investor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biases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chase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winners and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typically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measured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performance over the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past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 to 12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months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Low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Volatility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Targets stocks with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smaller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price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fluctuations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which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considered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less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risky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These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stocks are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favored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during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market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downturns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Measured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historical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price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volatility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beta.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Quality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Highlights companies with strong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financial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fundamentals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such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profitability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stable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earnings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low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debt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efficient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capital use.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include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return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equity (ROE),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consistent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earnings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low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debt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-to-equity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ratios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Small Size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Smaller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companies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have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historically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outperformed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larger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ones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over the long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term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Measured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market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capitalization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these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stocks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have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higher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growth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potential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also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come with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greater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risk.</a:t>
            </a:r>
          </a:p>
        </p:txBody>
      </p:sp>
    </p:spTree>
    <p:extLst>
      <p:ext uri="{BB962C8B-B14F-4D97-AF65-F5344CB8AC3E}">
        <p14:creationId xmlns:p14="http://schemas.microsoft.com/office/powerpoint/2010/main" val="38440327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2F211-48DC-31BA-6F37-53BFE443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40D0E5-71AD-04F6-1085-C0594E07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DATABASE VARIABILI MACROECONOMICHE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05FA7D8-09E7-2817-CB7E-D47DE3A11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4" y="1120140"/>
            <a:ext cx="4423049" cy="444855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1F2C1B5-4751-CD49-323C-97684F942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342" y="1120140"/>
            <a:ext cx="4143482" cy="495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449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0BD1EA-FD0C-9506-6667-48C24D72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CROSS-VALIDATION NELLE SERIE TEMPORALI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F477FA3-5DA8-64F5-D50C-A98F9B333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19</a:t>
            </a:fld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93F4493-133D-BC67-015D-CCC33A279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8" y="2079840"/>
            <a:ext cx="4439692" cy="3091928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16003DAF-9A62-BC27-97BC-69D35B7FD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062" y="2219949"/>
            <a:ext cx="4081513" cy="281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842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84347-0656-89A0-3D7E-975A87D5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DE5190-E418-A293-EECA-3CCC3FD6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4270" y="316743"/>
            <a:ext cx="3115459" cy="444322"/>
          </a:xfrm>
        </p:spPr>
        <p:txBody>
          <a:bodyPr>
            <a:normAutofit fontScale="90000"/>
          </a:bodyPr>
          <a:lstStyle/>
          <a:p>
            <a:r>
              <a:rPr lang="it-IT" dirty="0"/>
              <a:t>ALCUNI RICHIAMI TEORICI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888B96A-6703-7E58-3ED9-BDF5E461D6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3200" b="1" i="1" dirty="0">
                    <a:latin typeface="Cambria Math" panose="02040503050406030204" pitchFamily="18" charset="0"/>
                  </a:rPr>
                  <a:t>Elbow </a:t>
                </a:r>
                <a:r>
                  <a:rPr lang="it-IT" sz="3200" b="1" i="1" dirty="0" err="1">
                    <a:latin typeface="Cambria Math" panose="02040503050406030204" pitchFamily="18" charset="0"/>
                  </a:rPr>
                  <a:t>method</a:t>
                </a:r>
                <a:endParaRPr lang="it-IT" sz="3200" b="1" i="1" dirty="0">
                  <a:latin typeface="Cambria Math" panose="02040503050406030204" pitchFamily="18" charset="0"/>
                </a:endParaRPr>
              </a:p>
              <a:p>
                <a:endParaRPr lang="it-IT" sz="3200" b="1" i="1" dirty="0">
                  <a:latin typeface="Cambria Math" panose="02040503050406030204" pitchFamily="18" charset="0"/>
                </a:endParaRPr>
              </a:p>
              <a:p>
                <a:endParaRPr lang="it-IT" sz="2400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𝑰𝒏𝒆𝒓𝒕𝒊𝒂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it-IT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it-IT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it-IT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it-IT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it-IT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24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it-IT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𝒋</m:t>
                                          </m:r>
                                        </m:sub>
                                      </m:sSub>
                                      <m:r>
                                        <a:rPr lang="it-IT" sz="24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it-IT" sz="24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it-IT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it-IT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b="1" i="1" smtClean="0">
                              <a:latin typeface="Cambria Math" panose="02040503050406030204" pitchFamily="18" charset="0"/>
                            </a:rPr>
                            <m:t>𝒄𝒐𝒏</m:t>
                          </m:r>
                          <m:r>
                            <a:rPr lang="it-IT" sz="24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it-IT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it-IT" sz="24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it-IT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it-IT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it-IT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t-IT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it-IT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it-IT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  <m:e>
                          <m:sSup>
                            <m:sSupPr>
                              <m:ctrlP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4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it-IT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it-IT" sz="24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it-IT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400" b="1" i="1">
                                          <a:latin typeface="Cambria Math" panose="02040503050406030204" pitchFamily="18" charset="0"/>
                                        </a:rPr>
                                        <m:t>𝒅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it-IT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it-IT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2400" b="1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it-IT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400" b="1" i="1">
                                          <a:latin typeface="Cambria Math" panose="02040503050406030204" pitchFamily="18" charset="0"/>
                                        </a:rPr>
                                        <m:t>𝒅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it-IT" sz="24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sz="2400" b="1" dirty="0"/>
              </a:p>
              <a:p>
                <a:endParaRPr lang="en-US" sz="2400" dirty="0"/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it-IT" sz="24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è il </a:t>
                </a:r>
                <a:r>
                  <a:rPr lang="en-US" sz="2400" dirty="0" err="1"/>
                  <a:t>vettore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rappresenta</a:t>
                </a:r>
                <a:r>
                  <a:rPr lang="en-US" sz="2400" dirty="0"/>
                  <a:t> la </a:t>
                </a:r>
                <a:r>
                  <a:rPr lang="en-US" sz="2400" i="1" dirty="0"/>
                  <a:t>j-</a:t>
                </a:r>
                <a:r>
                  <a:rPr lang="en-US" sz="2400" i="1" dirty="0" err="1"/>
                  <a:t>th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osservazione</a:t>
                </a:r>
                <a:r>
                  <a:rPr lang="en-US" sz="2400" i="1" dirty="0"/>
                  <a:t> </a:t>
                </a:r>
                <a:r>
                  <a:rPr lang="en-US" sz="2400" dirty="0"/>
                  <a:t> (data point),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 μᵢ </a:t>
                </a:r>
                <a:r>
                  <a:rPr lang="en-US" sz="2400" dirty="0"/>
                  <a:t>è il </a:t>
                </a:r>
                <a:r>
                  <a:rPr lang="en-US" sz="2400" dirty="0" err="1"/>
                  <a:t>vettore</a:t>
                </a:r>
                <a:r>
                  <a:rPr lang="en-US" sz="2400" dirty="0"/>
                  <a:t> del </a:t>
                </a:r>
                <a:r>
                  <a:rPr lang="en-US" sz="2400" dirty="0" err="1"/>
                  <a:t>centroide</a:t>
                </a:r>
                <a:r>
                  <a:rPr lang="en-US" sz="2400" dirty="0"/>
                  <a:t>   </a:t>
                </a:r>
                <a:r>
                  <a:rPr lang="en-US" sz="2400" dirty="0" err="1"/>
                  <a:t>dei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punti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nel</a:t>
                </a:r>
                <a:r>
                  <a:rPr lang="en-US" sz="2400" dirty="0"/>
                  <a:t>  cluster Cᵢ,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:r>
                  <a:rPr lang="en-US" sz="2400" b="1" dirty="0"/>
                  <a:t>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it-IT" sz="24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400" b="1" dirty="0"/>
                  <a:t> - μᵢ‖² </a:t>
                </a:r>
                <a:r>
                  <a:rPr lang="en-US" sz="2400" dirty="0"/>
                  <a:t>is the squared Euclidean distance 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 k </a:t>
                </a:r>
                <a:r>
                  <a:rPr lang="en-US" sz="2400" dirty="0"/>
                  <a:t>è il </a:t>
                </a:r>
                <a:r>
                  <a:rPr lang="en-US" sz="2400" dirty="0" err="1"/>
                  <a:t>numero</a:t>
                </a:r>
                <a:r>
                  <a:rPr lang="en-US" sz="2400" dirty="0"/>
                  <a:t> di clusters.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:r>
                  <a:rPr lang="en-US" sz="2400" b="1" dirty="0"/>
                  <a:t>p </a:t>
                </a:r>
                <a:r>
                  <a:rPr lang="en-US" sz="2400" dirty="0"/>
                  <a:t>è il </a:t>
                </a:r>
                <a:r>
                  <a:rPr lang="en-US" sz="2400" dirty="0" err="1"/>
                  <a:t>numero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delle</a:t>
                </a:r>
                <a:r>
                  <a:rPr lang="en-US" sz="2400" dirty="0"/>
                  <a:t>  features (</a:t>
                </a:r>
                <a:r>
                  <a:rPr lang="en-US" sz="2400" dirty="0" err="1"/>
                  <a:t>dimensioni</a:t>
                </a:r>
                <a:r>
                  <a:rPr lang="en-US" sz="2400" dirty="0"/>
                  <a:t>),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it-IT" sz="24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d>
                          <m:dPr>
                            <m:ctrlPr>
                              <a:rPr lang="it-IT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400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</m:d>
                      </m:sup>
                    </m:sSubSup>
                    <m:r>
                      <a:rPr lang="it-IT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400" b="1" i="1" smtClean="0">
                        <a:latin typeface="Cambria Math" panose="02040503050406030204" pitchFamily="18" charset="0"/>
                      </a:rPr>
                      <m:t>è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𝑙𝑎</m:t>
                    </m:r>
                    <m:r>
                      <a:rPr lang="it-IT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/>
                  <a:t>d-th feature</a:t>
                </a:r>
                <a:r>
                  <a:rPr lang="en-US" sz="2400" dirty="0"/>
                  <a:t> dell’osservazione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,</a:t>
                </a:r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4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it-IT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it-IT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400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dirty="0"/>
                  <a:t> è la </a:t>
                </a:r>
                <a:r>
                  <a:rPr lang="en-US" sz="2400" i="1" dirty="0"/>
                  <a:t>d-</a:t>
                </a:r>
                <a:r>
                  <a:rPr lang="en-US" sz="2400" i="1" dirty="0" err="1"/>
                  <a:t>th</a:t>
                </a:r>
                <a:r>
                  <a:rPr lang="en-US" sz="2400" i="1" dirty="0"/>
                  <a:t> feature</a:t>
                </a:r>
                <a:r>
                  <a:rPr lang="en-US" sz="2400" dirty="0"/>
                  <a:t> del </a:t>
                </a:r>
                <a:r>
                  <a:rPr lang="en-US" sz="2400" dirty="0" err="1"/>
                  <a:t>centroide</a:t>
                </a:r>
                <a:r>
                  <a:rPr lang="en-US" sz="2400" dirty="0"/>
                  <a:t> μᵢ.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888B96A-6703-7E58-3ED9-BDF5E461D6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0" t="-21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23D7F3-E600-1998-0ADD-780A5563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947A-1B05-2B43-AD85-E646CE852B9E}" type="slidenum">
              <a:rPr lang="it-IT" smtClean="0"/>
              <a:pPr/>
              <a:t>20</a:t>
            </a:fld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B53661BA-3126-2791-FE27-A12D2179D25C}"/>
                  </a:ext>
                </a:extLst>
              </p:cNvPr>
              <p:cNvSpPr txBox="1"/>
              <p:nvPr/>
            </p:nvSpPr>
            <p:spPr>
              <a:xfrm>
                <a:off x="4793226" y="1499264"/>
                <a:ext cx="3800168" cy="2468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1" indent="-342900" fontAlgn="base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it-IT" b="1" i="1" dirty="0">
                    <a:latin typeface="Cambria Math" panose="02040503050406030204" pitchFamily="18" charset="0"/>
                    <a:cs typeface="Arial"/>
                  </a:rPr>
                  <a:t>Financial </a:t>
                </a:r>
                <a:r>
                  <a:rPr lang="it-IT" b="1" i="1" dirty="0" err="1">
                    <a:latin typeface="Cambria Math" panose="02040503050406030204" pitchFamily="18" charset="0"/>
                    <a:cs typeface="Arial"/>
                  </a:rPr>
                  <a:t>turbulence</a:t>
                </a:r>
                <a:endParaRPr lang="it-IT" b="1" i="1" dirty="0">
                  <a:latin typeface="Cambria Math" panose="02040503050406030204" pitchFamily="18" charset="0"/>
                  <a:cs typeface="Arial"/>
                </a:endParaRP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it-IT" sz="1400" i="1" dirty="0">
                  <a:latin typeface="Cambria Math" panose="02040503050406030204" pitchFamily="18" charset="0"/>
                </a:endParaRP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it-IT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)′</m:t>
                      </m:r>
                      <m:sSup>
                        <m:sSupPr>
                          <m:ctrlPr>
                            <a:rPr lang="it-IT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l-GR" sz="1400" dirty="0"/>
                            <m:t>Σ</m:t>
                          </m:r>
                        </m:e>
                        <m:sup>
                          <m:r>
                            <a:rPr lang="it-IT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1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it-IT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it-IT" altLang="it-IT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it-IT" altLang="it-IT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1028700"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it-IT" altLang="it-IT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:</a:t>
                </a:r>
                <a:r>
                  <a:rPr kumimoji="0" lang="it-IT" altLang="it-IT" sz="14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kumimoji="0" lang="it-IT" altLang="it-IT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Turbolenza per il periodo t</a:t>
                </a:r>
              </a:p>
              <a:p>
                <a:pPr marL="1028700"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sz="14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0" lang="it-IT" altLang="it-IT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Vettore dei rendimenti degli asset per il periodo t</a:t>
                </a:r>
              </a:p>
              <a:p>
                <a:pPr marL="1028700"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kumimoji="0" lang="it-IT" altLang="it-IT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it-IT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0" lang="it-IT" altLang="it-IT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:</a:t>
                </a:r>
                <a:r>
                  <a:rPr kumimoji="0" lang="it-IT" altLang="it-IT" sz="14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kumimoji="0" lang="it-IT" altLang="it-IT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Vettore medio campione dei rendimenti storici</a:t>
                </a:r>
              </a:p>
              <a:p>
                <a:pPr marL="1028700"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kumimoji="0" lang="it-IT" altLang="it-IT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400" dirty="0" smtClean="0"/>
                      <m:t>Σ</m:t>
                    </m:r>
                  </m:oMath>
                </a14:m>
                <a:r>
                  <a:rPr kumimoji="0" lang="it-IT" altLang="it-IT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:</a:t>
                </a:r>
                <a:r>
                  <a:rPr kumimoji="0" lang="it-IT" altLang="it-IT" sz="14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kumimoji="0" lang="it-IT" altLang="it-IT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Matrice di covarianza campionaria dei rendimenti storici</a:t>
                </a: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B53661BA-3126-2791-FE27-A12D2179D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226" y="1499264"/>
                <a:ext cx="3800168" cy="2468368"/>
              </a:xfrm>
              <a:prstGeom prst="rect">
                <a:avLst/>
              </a:prstGeom>
              <a:blipFill>
                <a:blip r:embed="rId3"/>
                <a:stretch>
                  <a:fillRect l="-962" t="-3951" b="-14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95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B36D-C7CB-E6BC-03AD-D559666A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A8521CCD-209C-FE7F-8E4A-18A91FE1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RISULTATI (3/2)</a:t>
            </a:r>
            <a:endParaRPr lang="it-IT" dirty="0"/>
          </a:p>
        </p:txBody>
      </p:sp>
      <p:pic>
        <p:nvPicPr>
          <p:cNvPr id="4" name="Segnaposto contenuto 3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218AC3CB-54F9-AE8F-AB11-C8A8E51CA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5490" y="1302533"/>
            <a:ext cx="6073019" cy="4252934"/>
          </a:xfrm>
        </p:spPr>
      </p:pic>
      <p:sp>
        <p:nvSpPr>
          <p:cNvPr id="2" name="Segnaposto numero diapositiva 407">
            <a:extLst>
              <a:ext uri="{FF2B5EF4-FFF2-40B4-BE49-F238E27FC236}">
                <a16:creationId xmlns:a16="http://schemas.microsoft.com/office/drawing/2014/main" id="{D915A80F-812F-6132-6B73-7154CEBF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5330" y="6374333"/>
            <a:ext cx="548670" cy="365124"/>
          </a:xfrm>
        </p:spPr>
        <p:txBody>
          <a:bodyPr/>
          <a:lstStyle/>
          <a:p>
            <a:fld id="{7834947A-1B05-2B43-AD85-E646CE852B9E}" type="slidenum">
              <a:rPr lang="it-IT" sz="1600" smtClean="0"/>
              <a:pPr/>
              <a:t>21</a:t>
            </a:fld>
            <a:endParaRPr lang="it-IT" sz="16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0F84FC9-2E0A-0293-A554-110EF4C35C98}"/>
              </a:ext>
            </a:extLst>
          </p:cNvPr>
          <p:cNvSpPr txBox="1"/>
          <p:nvPr/>
        </p:nvSpPr>
        <p:spPr>
          <a:xfrm>
            <a:off x="489825" y="5546528"/>
            <a:ext cx="8258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i="1" dirty="0"/>
              <a:t>Figura 11</a:t>
            </a:r>
            <a:r>
              <a:rPr lang="it-IT" sz="1400" dirty="0"/>
              <a:t>: Rendimenti cumulativi con 2 e 3 fattori (basati sulla probabilità), S&amp;P 500 e strategia Risk </a:t>
            </a:r>
            <a:r>
              <a:rPr lang="it-IT" sz="1400" dirty="0" err="1"/>
              <a:t>Parity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5230233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608BE-911F-2AA2-81FC-10D5694D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06875B25-5839-4B7F-7EEE-8B767F3B5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RISULTATI (5/4)</a:t>
            </a:r>
          </a:p>
        </p:txBody>
      </p:sp>
      <p:sp>
        <p:nvSpPr>
          <p:cNvPr id="2" name="Segnaposto numero diapositiva 407">
            <a:extLst>
              <a:ext uri="{FF2B5EF4-FFF2-40B4-BE49-F238E27FC236}">
                <a16:creationId xmlns:a16="http://schemas.microsoft.com/office/drawing/2014/main" id="{59812705-9CD0-08E4-9ACE-09100CB7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5330" y="6374333"/>
            <a:ext cx="548670" cy="365124"/>
          </a:xfrm>
        </p:spPr>
        <p:txBody>
          <a:bodyPr/>
          <a:lstStyle/>
          <a:p>
            <a:fld id="{7834947A-1B05-2B43-AD85-E646CE852B9E}" type="slidenum">
              <a:rPr lang="it-IT" sz="1600" smtClean="0"/>
              <a:pPr/>
              <a:t>22</a:t>
            </a:fld>
            <a:endParaRPr lang="it-IT" sz="1600" dirty="0"/>
          </a:p>
        </p:txBody>
      </p:sp>
      <p:pic>
        <p:nvPicPr>
          <p:cNvPr id="8" name="Segnaposto contenuto 7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2F97E706-FBBC-70FE-C96F-068AA1918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1499" y="1166018"/>
            <a:ext cx="6521001" cy="4525963"/>
          </a:xfr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4A00D64-9D46-7270-9A3D-4942BC92F411}"/>
              </a:ext>
            </a:extLst>
          </p:cNvPr>
          <p:cNvSpPr txBox="1"/>
          <p:nvPr/>
        </p:nvSpPr>
        <p:spPr>
          <a:xfrm>
            <a:off x="972122" y="5574401"/>
            <a:ext cx="7623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i="1" dirty="0"/>
              <a:t>Figura 13</a:t>
            </a:r>
            <a:r>
              <a:rPr lang="it-IT" sz="1400" dirty="0"/>
              <a:t>: Rendimenti cumulativi in eccesso della strategia long sui fattori (variabili) e short sulla  strategia </a:t>
            </a:r>
            <a:r>
              <a:rPr lang="it-IT" sz="1400" dirty="0" err="1"/>
              <a:t>equally-weighted</a:t>
            </a:r>
            <a:r>
              <a:rPr lang="it-IT" sz="1400" dirty="0"/>
              <a:t> (EW) a 6 fattori</a:t>
            </a:r>
          </a:p>
        </p:txBody>
      </p:sp>
    </p:spTree>
    <p:extLst>
      <p:ext uri="{BB962C8B-B14F-4D97-AF65-F5344CB8AC3E}">
        <p14:creationId xmlns:p14="http://schemas.microsoft.com/office/powerpoint/2010/main" val="4255230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2243</TotalTime>
  <Words>1795</Words>
  <Application>Microsoft Office PowerPoint</Application>
  <PresentationFormat>Presentazione su schermo (4:3)</PresentationFormat>
  <Paragraphs>200</Paragraphs>
  <Slides>22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Cambria Math</vt:lpstr>
      <vt:lpstr>Wingdings</vt:lpstr>
      <vt:lpstr>POLI</vt:lpstr>
      <vt:lpstr>Firma convenzione  Politecnico di Milano e Veneranda Fabbrica del Duomo di Milano</vt:lpstr>
      <vt:lpstr>Presentazione standard di PowerPoint</vt:lpstr>
      <vt:lpstr>INTRODUZIONE (1/2) </vt:lpstr>
      <vt:lpstr>INTRODUZIONE (2/2): DIAGRAMMA DI FLUSSO</vt:lpstr>
      <vt:lpstr> ANALISI DEI REGIMI DI MERCATO (1/4)</vt:lpstr>
      <vt:lpstr> ANALISI DEI REGIMI DI MERCATO (2/4)</vt:lpstr>
      <vt:lpstr> ANALISI DEI REGIMI DI MERCATO (3/4)</vt:lpstr>
      <vt:lpstr> ANALISI DEI REGIMI DI MERCATO (4/4)</vt:lpstr>
      <vt:lpstr>ANALISI FATTORIALE (1/2)</vt:lpstr>
      <vt:lpstr>ANALISI FATTORIALE (2/2)</vt:lpstr>
      <vt:lpstr>RISULTATI (1/2)</vt:lpstr>
      <vt:lpstr>RISULTATI (2/2)</vt:lpstr>
      <vt:lpstr>CONCLUSIONI</vt:lpstr>
      <vt:lpstr>Presentazione standard di PowerPoint</vt:lpstr>
      <vt:lpstr>Presentazione standard di PowerPoint</vt:lpstr>
      <vt:lpstr>FAMA &amp; FRENCH (1992 &amp; 2016)</vt:lpstr>
      <vt:lpstr>PRINCIPALI FATTORI DI MERCATO</vt:lpstr>
      <vt:lpstr>DATABASE VARIABILI MACROECONOMICHE</vt:lpstr>
      <vt:lpstr>CROSS-VALIDATION NELLE SERIE TEMPORALI</vt:lpstr>
      <vt:lpstr>ALCUNI RICHIAMI TEORICI</vt:lpstr>
      <vt:lpstr>RISULTATI (3/2)</vt:lpstr>
      <vt:lpstr>RISULTATI (5/4)</vt:lpstr>
    </vt:vector>
  </TitlesOfParts>
  <Company>Area Servizi 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Mattia Brambilla</dc:creator>
  <cp:lastModifiedBy>Santo Mancuso</cp:lastModifiedBy>
  <cp:revision>24</cp:revision>
  <dcterms:created xsi:type="dcterms:W3CDTF">2015-05-26T12:27:57Z</dcterms:created>
  <dcterms:modified xsi:type="dcterms:W3CDTF">2024-10-16T16:49:20Z</dcterms:modified>
</cp:coreProperties>
</file>